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1.xml" ContentType="application/inkml+xml"/>
  <Override PartName="/ppt/notesSlides/notesSlide5.xml" ContentType="application/vnd.openxmlformats-officedocument.presentationml.notesSlide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716" r:id="rId2"/>
    <p:sldId id="257" r:id="rId3"/>
    <p:sldId id="652" r:id="rId4"/>
    <p:sldId id="720" r:id="rId5"/>
    <p:sldId id="724" r:id="rId6"/>
    <p:sldId id="725" r:id="rId7"/>
    <p:sldId id="625" r:id="rId8"/>
    <p:sldId id="722" r:id="rId9"/>
    <p:sldId id="721" r:id="rId10"/>
    <p:sldId id="726" r:id="rId11"/>
    <p:sldId id="728" r:id="rId12"/>
    <p:sldId id="730" r:id="rId13"/>
    <p:sldId id="727" r:id="rId14"/>
    <p:sldId id="657" r:id="rId15"/>
    <p:sldId id="733" r:id="rId16"/>
    <p:sldId id="731" r:id="rId17"/>
    <p:sldId id="362" r:id="rId18"/>
    <p:sldId id="738" r:id="rId19"/>
    <p:sldId id="740" r:id="rId20"/>
    <p:sldId id="734" r:id="rId21"/>
    <p:sldId id="732" r:id="rId22"/>
    <p:sldId id="746" r:id="rId23"/>
    <p:sldId id="741" r:id="rId24"/>
    <p:sldId id="745" r:id="rId25"/>
    <p:sldId id="747" r:id="rId26"/>
    <p:sldId id="748" r:id="rId27"/>
    <p:sldId id="754" r:id="rId28"/>
    <p:sldId id="742" r:id="rId29"/>
    <p:sldId id="743" r:id="rId30"/>
    <p:sldId id="749" r:id="rId31"/>
    <p:sldId id="744" r:id="rId32"/>
    <p:sldId id="750" r:id="rId33"/>
    <p:sldId id="756" r:id="rId34"/>
    <p:sldId id="757" r:id="rId35"/>
    <p:sldId id="751" r:id="rId36"/>
    <p:sldId id="752" r:id="rId37"/>
    <p:sldId id="753" r:id="rId38"/>
    <p:sldId id="735" r:id="rId39"/>
    <p:sldId id="736" r:id="rId40"/>
    <p:sldId id="737" r:id="rId4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6600"/>
    <a:srgbClr val="9DFD33"/>
    <a:srgbClr val="EEEEF8"/>
    <a:srgbClr val="D5D4ED"/>
    <a:srgbClr val="D03300"/>
    <a:srgbClr val="639A01"/>
    <a:srgbClr val="619FC4"/>
    <a:srgbClr val="E0F4DB"/>
    <a:srgbClr val="ECDAB9"/>
    <a:srgbClr val="D9E4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A365CD-C0D0-5845-87CF-74ACAD15C9A9}" v="295" dt="2026-10-13T20:21:09.6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506"/>
    <p:restoredTop sz="91106"/>
  </p:normalViewPr>
  <p:slideViewPr>
    <p:cSldViewPr snapToGrid="0">
      <p:cViewPr>
        <p:scale>
          <a:sx n="111" d="100"/>
          <a:sy n="111" d="100"/>
        </p:scale>
        <p:origin x="400" y="2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47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48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pman, Stephen" userId="31a87834-901a-4691-a691-bf491053d09a" providerId="ADAL" clId="{07072C4A-42DD-5720-86A8-E3A7D67E6347}"/>
    <pc:docChg chg="undo custSel addSld delSld modSld sldOrd">
      <pc:chgData name="Chapman, Stephen" userId="31a87834-901a-4691-a691-bf491053d09a" providerId="ADAL" clId="{07072C4A-42DD-5720-86A8-E3A7D67E6347}" dt="2026-10-13T20:22:09.908" v="33278" actId="14100"/>
      <pc:docMkLst>
        <pc:docMk/>
      </pc:docMkLst>
      <pc:sldChg chg="addSp delSp modSp mod">
        <pc:chgData name="Chapman, Stephen" userId="31a87834-901a-4691-a691-bf491053d09a" providerId="ADAL" clId="{07072C4A-42DD-5720-86A8-E3A7D67E6347}" dt="2026-10-13T20:21:09.648" v="33228"/>
        <pc:sldMkLst>
          <pc:docMk/>
          <pc:sldMk cId="3099192246" sldId="257"/>
        </pc:sldMkLst>
        <pc:spChg chg="del">
          <ac:chgData name="Chapman, Stephen" userId="31a87834-901a-4691-a691-bf491053d09a" providerId="ADAL" clId="{07072C4A-42DD-5720-86A8-E3A7D67E6347}" dt="2026-10-13T20:21:00.717" v="33227" actId="478"/>
          <ac:spMkLst>
            <pc:docMk/>
            <pc:sldMk cId="3099192246" sldId="257"/>
            <ac:spMk id="2" creationId="{761A5680-9E3B-A504-ED89-8A1C44B3E8F5}"/>
          </ac:spMkLst>
        </pc:spChg>
        <pc:picChg chg="add mod">
          <ac:chgData name="Chapman, Stephen" userId="31a87834-901a-4691-a691-bf491053d09a" providerId="ADAL" clId="{07072C4A-42DD-5720-86A8-E3A7D67E6347}" dt="2026-10-13T20:21:09.648" v="33228"/>
          <ac:picMkLst>
            <pc:docMk/>
            <pc:sldMk cId="3099192246" sldId="257"/>
            <ac:picMk id="4" creationId="{5280920A-F59D-70EA-A715-C83C34BB32A1}"/>
          </ac:picMkLst>
        </pc:picChg>
      </pc:sldChg>
      <pc:sldChg chg="modSp add mod">
        <pc:chgData name="Chapman, Stephen" userId="31a87834-901a-4691-a691-bf491053d09a" providerId="ADAL" clId="{07072C4A-42DD-5720-86A8-E3A7D67E6347}" dt="2026-09-15T09:59:04.842" v="21263" actId="20577"/>
        <pc:sldMkLst>
          <pc:docMk/>
          <pc:sldMk cId="2161766173" sldId="362"/>
        </pc:sldMkLst>
        <pc:spChg chg="mod">
          <ac:chgData name="Chapman, Stephen" userId="31a87834-901a-4691-a691-bf491053d09a" providerId="ADAL" clId="{07072C4A-42DD-5720-86A8-E3A7D67E6347}" dt="2026-09-15T09:59:04.842" v="21263" actId="20577"/>
          <ac:spMkLst>
            <pc:docMk/>
            <pc:sldMk cId="2161766173" sldId="362"/>
            <ac:spMk id="4" creationId="{D5049F1C-D2F4-D281-2904-B662F563125F}"/>
          </ac:spMkLst>
        </pc:spChg>
      </pc:sldChg>
      <pc:sldChg chg="add del ord">
        <pc:chgData name="Chapman, Stephen" userId="31a87834-901a-4691-a691-bf491053d09a" providerId="ADAL" clId="{07072C4A-42DD-5720-86A8-E3A7D67E6347}" dt="2026-10-13T20:18:12.455" v="33121" actId="2696"/>
        <pc:sldMkLst>
          <pc:docMk/>
          <pc:sldMk cId="824156941" sldId="548"/>
        </pc:sldMkLst>
      </pc:sldChg>
      <pc:sldChg chg="add del">
        <pc:chgData name="Chapman, Stephen" userId="31a87834-901a-4691-a691-bf491053d09a" providerId="ADAL" clId="{07072C4A-42DD-5720-86A8-E3A7D67E6347}" dt="2026-10-13T20:18:09.407" v="33119" actId="2696"/>
        <pc:sldMkLst>
          <pc:docMk/>
          <pc:sldMk cId="3564584500" sldId="575"/>
        </pc:sldMkLst>
      </pc:sldChg>
      <pc:sldChg chg="add del">
        <pc:chgData name="Chapman, Stephen" userId="31a87834-901a-4691-a691-bf491053d09a" providerId="ADAL" clId="{07072C4A-42DD-5720-86A8-E3A7D67E6347}" dt="2026-10-13T20:16:46.213" v="33118" actId="2696"/>
        <pc:sldMkLst>
          <pc:docMk/>
          <pc:sldMk cId="2154255544" sldId="576"/>
        </pc:sldMkLst>
      </pc:sldChg>
      <pc:sldChg chg="modSp mod">
        <pc:chgData name="Chapman, Stephen" userId="31a87834-901a-4691-a691-bf491053d09a" providerId="ADAL" clId="{07072C4A-42DD-5720-86A8-E3A7D67E6347}" dt="2026-10-09T11:32:10.047" v="32793" actId="20577"/>
        <pc:sldMkLst>
          <pc:docMk/>
          <pc:sldMk cId="1458375902" sldId="657"/>
        </pc:sldMkLst>
        <pc:spChg chg="mod">
          <ac:chgData name="Chapman, Stephen" userId="31a87834-901a-4691-a691-bf491053d09a" providerId="ADAL" clId="{07072C4A-42DD-5720-86A8-E3A7D67E6347}" dt="2026-10-09T11:32:10.047" v="32793" actId="20577"/>
          <ac:spMkLst>
            <pc:docMk/>
            <pc:sldMk cId="1458375902" sldId="657"/>
            <ac:spMk id="3" creationId="{5D4DA01F-844D-ADC0-4A75-5A22C21973DE}"/>
          </ac:spMkLst>
        </pc:spChg>
      </pc:sldChg>
      <pc:sldChg chg="addSp delSp modSp new mod ord">
        <pc:chgData name="Chapman, Stephen" userId="31a87834-901a-4691-a691-bf491053d09a" providerId="ADAL" clId="{07072C4A-42DD-5720-86A8-E3A7D67E6347}" dt="2026-10-08T11:35:42.566" v="32623" actId="20577"/>
        <pc:sldMkLst>
          <pc:docMk/>
          <pc:sldMk cId="3906725979" sldId="731"/>
        </pc:sldMkLst>
        <pc:spChg chg="add mod">
          <ac:chgData name="Chapman, Stephen" userId="31a87834-901a-4691-a691-bf491053d09a" providerId="ADAL" clId="{07072C4A-42DD-5720-86A8-E3A7D67E6347}" dt="2026-09-14T09:55:58.300" v="18654" actId="207"/>
          <ac:spMkLst>
            <pc:docMk/>
            <pc:sldMk cId="3906725979" sldId="731"/>
            <ac:spMk id="12" creationId="{C8BD7391-1CA9-E07A-E2FB-7A2032245B6F}"/>
          </ac:spMkLst>
        </pc:spChg>
        <pc:spChg chg="add mod">
          <ac:chgData name="Chapman, Stephen" userId="31a87834-901a-4691-a691-bf491053d09a" providerId="ADAL" clId="{07072C4A-42DD-5720-86A8-E3A7D67E6347}" dt="2026-10-08T11:35:42.566" v="32623" actId="20577"/>
          <ac:spMkLst>
            <pc:docMk/>
            <pc:sldMk cId="3906725979" sldId="731"/>
            <ac:spMk id="15" creationId="{FEFDFD3A-8679-F277-DC03-88B6B596B1CC}"/>
          </ac:spMkLst>
        </pc:spChg>
        <pc:spChg chg="add mod">
          <ac:chgData name="Chapman, Stephen" userId="31a87834-901a-4691-a691-bf491053d09a" providerId="ADAL" clId="{07072C4A-42DD-5720-86A8-E3A7D67E6347}" dt="2026-09-14T09:55:58.300" v="18654" actId="207"/>
          <ac:spMkLst>
            <pc:docMk/>
            <pc:sldMk cId="3906725979" sldId="731"/>
            <ac:spMk id="20" creationId="{E62C7BFC-1E23-D66C-1D1F-BB4F32DD1D0C}"/>
          </ac:spMkLst>
        </pc:spChg>
        <pc:spChg chg="add mod">
          <ac:chgData name="Chapman, Stephen" userId="31a87834-901a-4691-a691-bf491053d09a" providerId="ADAL" clId="{07072C4A-42DD-5720-86A8-E3A7D67E6347}" dt="2026-09-14T09:55:58.300" v="18654" actId="207"/>
          <ac:spMkLst>
            <pc:docMk/>
            <pc:sldMk cId="3906725979" sldId="731"/>
            <ac:spMk id="30" creationId="{452E3A49-7F61-8A0C-A529-F28B1D72CD3C}"/>
          </ac:spMkLst>
        </pc:spChg>
        <pc:spChg chg="add mod">
          <ac:chgData name="Chapman, Stephen" userId="31a87834-901a-4691-a691-bf491053d09a" providerId="ADAL" clId="{07072C4A-42DD-5720-86A8-E3A7D67E6347}" dt="2026-09-14T09:55:58.300" v="18654" actId="207"/>
          <ac:spMkLst>
            <pc:docMk/>
            <pc:sldMk cId="3906725979" sldId="731"/>
            <ac:spMk id="32" creationId="{1D170099-75A8-68AA-5A16-43FDA03F1FAD}"/>
          </ac:spMkLst>
        </pc:spChg>
        <pc:grpChg chg="add mod">
          <ac:chgData name="Chapman, Stephen" userId="31a87834-901a-4691-a691-bf491053d09a" providerId="ADAL" clId="{07072C4A-42DD-5720-86A8-E3A7D67E6347}" dt="2026-09-14T09:55:58.300" v="18654" actId="207"/>
          <ac:grpSpMkLst>
            <pc:docMk/>
            <pc:sldMk cId="3906725979" sldId="731"/>
            <ac:grpSpMk id="31" creationId="{E92F6E9B-5A53-617D-43FD-C724C028B3C0}"/>
          </ac:grpSpMkLst>
        </pc:grpChg>
        <pc:grpChg chg="add del mod">
          <ac:chgData name="Chapman, Stephen" userId="31a87834-901a-4691-a691-bf491053d09a" providerId="ADAL" clId="{07072C4A-42DD-5720-86A8-E3A7D67E6347}" dt="2026-09-14T09:56:14.717" v="18660" actId="1076"/>
          <ac:grpSpMkLst>
            <pc:docMk/>
            <pc:sldMk cId="3906725979" sldId="731"/>
            <ac:grpSpMk id="59" creationId="{F71CA453-D663-7498-C500-2838D1105802}"/>
          </ac:grpSpMkLst>
        </pc:grpChg>
        <pc:cxnChg chg="add mod">
          <ac:chgData name="Chapman, Stephen" userId="31a87834-901a-4691-a691-bf491053d09a" providerId="ADAL" clId="{07072C4A-42DD-5720-86A8-E3A7D67E6347}" dt="2026-09-14T09:55:31.227" v="18650" actId="14100"/>
          <ac:cxnSpMkLst>
            <pc:docMk/>
            <pc:sldMk cId="3906725979" sldId="731"/>
            <ac:cxnSpMk id="9" creationId="{30E9EBAF-5902-8984-E925-FAC411126602}"/>
          </ac:cxnSpMkLst>
        </pc:cxnChg>
        <pc:cxnChg chg="add mod">
          <ac:chgData name="Chapman, Stephen" userId="31a87834-901a-4691-a691-bf491053d09a" providerId="ADAL" clId="{07072C4A-42DD-5720-86A8-E3A7D67E6347}" dt="2026-09-14T09:56:23.388" v="18661" actId="692"/>
          <ac:cxnSpMkLst>
            <pc:docMk/>
            <pc:sldMk cId="3906725979" sldId="731"/>
            <ac:cxnSpMk id="14" creationId="{13FED510-2DDC-4F50-2AD7-B2A46FFBBA50}"/>
          </ac:cxnSpMkLst>
        </pc:cxnChg>
        <pc:cxnChg chg="add del mod">
          <ac:chgData name="Chapman, Stephen" userId="31a87834-901a-4691-a691-bf491053d09a" providerId="ADAL" clId="{07072C4A-42DD-5720-86A8-E3A7D67E6347}" dt="2026-09-14T09:56:28.133" v="18662" actId="692"/>
          <ac:cxnSpMkLst>
            <pc:docMk/>
            <pc:sldMk cId="3906725979" sldId="731"/>
            <ac:cxnSpMk id="74" creationId="{52B8FF42-80A0-1A8D-70D7-57856CBABCAC}"/>
          </ac:cxnSpMkLst>
        </pc:cxnChg>
        <pc:cxnChg chg="add del mod">
          <ac:chgData name="Chapman, Stephen" userId="31a87834-901a-4691-a691-bf491053d09a" providerId="ADAL" clId="{07072C4A-42DD-5720-86A8-E3A7D67E6347}" dt="2026-09-14T09:56:34.233" v="18663" actId="692"/>
          <ac:cxnSpMkLst>
            <pc:docMk/>
            <pc:sldMk cId="3906725979" sldId="731"/>
            <ac:cxnSpMk id="76" creationId="{C4596536-2C68-FA7D-CB5F-19FA20707A11}"/>
          </ac:cxnSpMkLst>
        </pc:cxnChg>
        <pc:cxnChg chg="add del mod">
          <ac:chgData name="Chapman, Stephen" userId="31a87834-901a-4691-a691-bf491053d09a" providerId="ADAL" clId="{07072C4A-42DD-5720-86A8-E3A7D67E6347}" dt="2026-09-14T09:56:14.717" v="18660" actId="1076"/>
          <ac:cxnSpMkLst>
            <pc:docMk/>
            <pc:sldMk cId="3906725979" sldId="731"/>
            <ac:cxnSpMk id="82" creationId="{BA38493F-4136-5BB8-0530-43E691DBF262}"/>
          </ac:cxnSpMkLst>
        </pc:cxnChg>
        <pc:cxnChg chg="add mod">
          <ac:chgData name="Chapman, Stephen" userId="31a87834-901a-4691-a691-bf491053d09a" providerId="ADAL" clId="{07072C4A-42DD-5720-86A8-E3A7D67E6347}" dt="2026-09-14T09:57:29.217" v="18673" actId="692"/>
          <ac:cxnSpMkLst>
            <pc:docMk/>
            <pc:sldMk cId="3906725979" sldId="731"/>
            <ac:cxnSpMk id="103" creationId="{C26B2952-5DD9-D953-2600-E62D28E787E1}"/>
          </ac:cxnSpMkLst>
        </pc:cxnChg>
      </pc:sldChg>
      <pc:sldChg chg="addSp delSp modSp new mod ord">
        <pc:chgData name="Chapman, Stephen" userId="31a87834-901a-4691-a691-bf491053d09a" providerId="ADAL" clId="{07072C4A-42DD-5720-86A8-E3A7D67E6347}" dt="2026-10-09T14:08:23.455" v="33091" actId="1076"/>
        <pc:sldMkLst>
          <pc:docMk/>
          <pc:sldMk cId="1588031816" sldId="732"/>
        </pc:sldMkLst>
        <pc:spChg chg="mod">
          <ac:chgData name="Chapman, Stephen" userId="31a87834-901a-4691-a691-bf491053d09a" providerId="ADAL" clId="{07072C4A-42DD-5720-86A8-E3A7D67E6347}" dt="2026-10-09T11:47:01.635" v="32963" actId="1076"/>
          <ac:spMkLst>
            <pc:docMk/>
            <pc:sldMk cId="1588031816" sldId="732"/>
            <ac:spMk id="2" creationId="{F35BA811-2AC4-2337-E699-FEA83D48D2F2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" creationId="{A1F8D88F-CDEC-8D50-8FAF-62342891D042}"/>
          </ac:spMkLst>
        </pc:spChg>
        <pc:spChg chg="add mod">
          <ac:chgData name="Chapman, Stephen" userId="31a87834-901a-4691-a691-bf491053d09a" providerId="ADAL" clId="{07072C4A-42DD-5720-86A8-E3A7D67E6347}" dt="2026-09-15T13:21:41.927" v="22083" actId="1076"/>
          <ac:spMkLst>
            <pc:docMk/>
            <pc:sldMk cId="1588031816" sldId="732"/>
            <ac:spMk id="8" creationId="{069946C6-1094-7AC6-0361-F5A9E66B3B57}"/>
          </ac:spMkLst>
        </pc:spChg>
        <pc:spChg chg="add mod">
          <ac:chgData name="Chapman, Stephen" userId="31a87834-901a-4691-a691-bf491053d09a" providerId="ADAL" clId="{07072C4A-42DD-5720-86A8-E3A7D67E6347}" dt="2026-09-15T13:21:52.887" v="22089" actId="1076"/>
          <ac:spMkLst>
            <pc:docMk/>
            <pc:sldMk cId="1588031816" sldId="732"/>
            <ac:spMk id="11" creationId="{BF9F6B5C-A8D3-A1EC-BA27-2F94D668446B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15" creationId="{DEF2A30D-957F-65A9-ECC4-EAA981BC8059}"/>
          </ac:spMkLst>
        </pc:spChg>
        <pc:spChg chg="add mod">
          <ac:chgData name="Chapman, Stephen" userId="31a87834-901a-4691-a691-bf491053d09a" providerId="ADAL" clId="{07072C4A-42DD-5720-86A8-E3A7D67E6347}" dt="2026-09-15T13:22:33.268" v="22100" actId="1076"/>
          <ac:spMkLst>
            <pc:docMk/>
            <pc:sldMk cId="1588031816" sldId="732"/>
            <ac:spMk id="17" creationId="{68DD4761-F4F3-E596-CD12-51FAF22A129A}"/>
          </ac:spMkLst>
        </pc:spChg>
        <pc:spChg chg="add mod">
          <ac:chgData name="Chapman, Stephen" userId="31a87834-901a-4691-a691-bf491053d09a" providerId="ADAL" clId="{07072C4A-42DD-5720-86A8-E3A7D67E6347}" dt="2026-09-15T13:22:36.104" v="22102" actId="1076"/>
          <ac:spMkLst>
            <pc:docMk/>
            <pc:sldMk cId="1588031816" sldId="732"/>
            <ac:spMk id="18" creationId="{0621959B-D6C6-DF9E-6E1F-5F24BA342878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36" creationId="{D1A219F1-5F0A-13B8-016B-780676F8FD43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39" creationId="{DE9330BB-04D5-7ADF-897F-22899357A376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1" creationId="{E11A112B-7902-CED5-D555-35C6AD11DE59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2" creationId="{8EE88887-06CA-1F1E-0EB2-476D37E52BC4}"/>
          </ac:spMkLst>
        </pc:spChg>
        <pc:spChg chg="add mod">
          <ac:chgData name="Chapman, Stephen" userId="31a87834-901a-4691-a691-bf491053d09a" providerId="ADAL" clId="{07072C4A-42DD-5720-86A8-E3A7D67E6347}" dt="2026-09-15T13:30:00.594" v="22225" actId="1076"/>
          <ac:spMkLst>
            <pc:docMk/>
            <pc:sldMk cId="1588031816" sldId="732"/>
            <ac:spMk id="44" creationId="{D6D781F6-0BA9-9713-2892-AB0D743C7A32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5" creationId="{8E0426C3-89D0-A89D-8895-5083D45DCE05}"/>
          </ac:spMkLst>
        </pc:spChg>
        <pc:spChg chg="add mod">
          <ac:chgData name="Chapman, Stephen" userId="31a87834-901a-4691-a691-bf491053d09a" providerId="ADAL" clId="{07072C4A-42DD-5720-86A8-E3A7D67E6347}" dt="2026-09-15T13:29:48.610" v="22223" actId="14100"/>
          <ac:spMkLst>
            <pc:docMk/>
            <pc:sldMk cId="1588031816" sldId="732"/>
            <ac:spMk id="46" creationId="{90CB7395-8ED1-E658-E1E4-51D544D84C4A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7" creationId="{69094C58-DF37-7AA2-FB6D-0B08AE82436D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48" creationId="{3C3034A9-53A1-5397-09B9-FBBCD394EB82}"/>
          </ac:spMkLst>
        </pc:spChg>
        <pc:spChg chg="add mod">
          <ac:chgData name="Chapman, Stephen" userId="31a87834-901a-4691-a691-bf491053d09a" providerId="ADAL" clId="{07072C4A-42DD-5720-86A8-E3A7D67E6347}" dt="2026-09-15T13:33:44.522" v="22253" actId="164"/>
          <ac:spMkLst>
            <pc:docMk/>
            <pc:sldMk cId="1588031816" sldId="732"/>
            <ac:spMk id="55" creationId="{C2C16E03-D217-44D1-D278-36F97834B17D}"/>
          </ac:spMkLst>
        </pc:spChg>
        <pc:spChg chg="add mod">
          <ac:chgData name="Chapman, Stephen" userId="31a87834-901a-4691-a691-bf491053d09a" providerId="ADAL" clId="{07072C4A-42DD-5720-86A8-E3A7D67E6347}" dt="2026-09-15T13:38:06.919" v="22281" actId="1076"/>
          <ac:spMkLst>
            <pc:docMk/>
            <pc:sldMk cId="1588031816" sldId="732"/>
            <ac:spMk id="61" creationId="{AAEB593C-008B-7460-E59B-7B170D4AF385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62" creationId="{3BDD0ECD-FB73-41BD-D041-15B210A62A2F}"/>
          </ac:spMkLst>
        </pc:spChg>
        <pc:spChg chg="add mod">
          <ac:chgData name="Chapman, Stephen" userId="31a87834-901a-4691-a691-bf491053d09a" providerId="ADAL" clId="{07072C4A-42DD-5720-86A8-E3A7D67E6347}" dt="2026-09-15T15:06:59.380" v="23855" actId="20577"/>
          <ac:spMkLst>
            <pc:docMk/>
            <pc:sldMk cId="1588031816" sldId="732"/>
            <ac:spMk id="72" creationId="{7A72D637-9932-A310-E87D-8812FB9C0C86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78" creationId="{EC77DF12-390F-6ECA-ABB5-EDA302CF8F11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80" creationId="{AF7C8197-23DC-E604-937C-ABE1410FD080}"/>
          </ac:spMkLst>
        </pc:spChg>
        <pc:spChg chg="add mod">
          <ac:chgData name="Chapman, Stephen" userId="31a87834-901a-4691-a691-bf491053d09a" providerId="ADAL" clId="{07072C4A-42DD-5720-86A8-E3A7D67E6347}" dt="2026-09-15T15:19:47.113" v="23974" actId="207"/>
          <ac:spMkLst>
            <pc:docMk/>
            <pc:sldMk cId="1588031816" sldId="732"/>
            <ac:spMk id="84" creationId="{8CCE5A5E-D351-F534-1233-9CE77B75AFC1}"/>
          </ac:spMkLst>
        </pc:spChg>
        <pc:spChg chg="add mod">
          <ac:chgData name="Chapman, Stephen" userId="31a87834-901a-4691-a691-bf491053d09a" providerId="ADAL" clId="{07072C4A-42DD-5720-86A8-E3A7D67E6347}" dt="2026-09-15T15:19:58.501" v="23977" actId="207"/>
          <ac:spMkLst>
            <pc:docMk/>
            <pc:sldMk cId="1588031816" sldId="732"/>
            <ac:spMk id="85" creationId="{CF16E7EB-BA08-8DFC-F2D7-B71DBD9D6670}"/>
          </ac:spMkLst>
        </pc:spChg>
        <pc:spChg chg="add mod">
          <ac:chgData name="Chapman, Stephen" userId="31a87834-901a-4691-a691-bf491053d09a" providerId="ADAL" clId="{07072C4A-42DD-5720-86A8-E3A7D67E6347}" dt="2026-09-15T15:20:23.262" v="23980" actId="207"/>
          <ac:spMkLst>
            <pc:docMk/>
            <pc:sldMk cId="1588031816" sldId="732"/>
            <ac:spMk id="86" creationId="{0A5337E6-B4D0-48AE-D9C5-585CE167D9C6}"/>
          </ac:spMkLst>
        </pc:spChg>
        <pc:spChg chg="mod">
          <ac:chgData name="Chapman, Stephen" userId="31a87834-901a-4691-a691-bf491053d09a" providerId="ADAL" clId="{07072C4A-42DD-5720-86A8-E3A7D67E6347}" dt="2026-09-30T12:47:41.314" v="28609" actId="692"/>
          <ac:spMkLst>
            <pc:docMk/>
            <pc:sldMk cId="1588031816" sldId="732"/>
            <ac:spMk id="89" creationId="{2940BC53-2B9C-F105-0705-7E652F3B60C5}"/>
          </ac:spMkLst>
        </pc:spChg>
        <pc:spChg chg="mod">
          <ac:chgData name="Chapman, Stephen" userId="31a87834-901a-4691-a691-bf491053d09a" providerId="ADAL" clId="{07072C4A-42DD-5720-86A8-E3A7D67E6347}" dt="2026-09-15T15:15:21.307" v="23971" actId="20577"/>
          <ac:spMkLst>
            <pc:docMk/>
            <pc:sldMk cId="1588031816" sldId="732"/>
            <ac:spMk id="90" creationId="{94E4FBE7-2E6B-7C1D-771E-1015C318EF69}"/>
          </ac:spMkLst>
        </pc:spChg>
        <pc:spChg chg="mod">
          <ac:chgData name="Chapman, Stephen" userId="31a87834-901a-4691-a691-bf491053d09a" providerId="ADAL" clId="{07072C4A-42DD-5720-86A8-E3A7D67E6347}" dt="2026-09-15T15:15:15.066" v="23969" actId="20577"/>
          <ac:spMkLst>
            <pc:docMk/>
            <pc:sldMk cId="1588031816" sldId="732"/>
            <ac:spMk id="91" creationId="{346F5132-263D-B6FD-A7AC-88D85790BF5F}"/>
          </ac:spMkLst>
        </pc:spChg>
        <pc:spChg chg="mod topLvl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93" creationId="{BD77EA77-2069-50D4-C354-D09DE739CB27}"/>
          </ac:spMkLst>
        </pc:spChg>
        <pc:spChg chg="mod topLvl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94" creationId="{D50C6546-8CD3-C609-14E3-EF24F81156F3}"/>
          </ac:spMkLst>
        </pc:spChg>
        <pc:spChg chg="mod topLvl">
          <ac:chgData name="Chapman, Stephen" userId="31a87834-901a-4691-a691-bf491053d09a" providerId="ADAL" clId="{07072C4A-42DD-5720-86A8-E3A7D67E6347}" dt="2026-09-15T15:24:28.341" v="24068" actId="207"/>
          <ac:spMkLst>
            <pc:docMk/>
            <pc:sldMk cId="1588031816" sldId="732"/>
            <ac:spMk id="95" creationId="{FF1E968B-4A37-D5E4-9D7E-7B042C96A8D6}"/>
          </ac:spMkLst>
        </pc:spChg>
        <pc:spChg chg="add del mod topLvl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97" creationId="{6C3C9268-C738-B1E5-7135-5F59DBCEF577}"/>
          </ac:spMkLst>
        </pc:spChg>
        <pc:spChg chg="mod topLvl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98" creationId="{454F79CD-BA93-A4F9-0E8E-B91D3352D55B}"/>
          </ac:spMkLst>
        </pc:spChg>
        <pc:spChg chg="mod topLvl">
          <ac:chgData name="Chapman, Stephen" userId="31a87834-901a-4691-a691-bf491053d09a" providerId="ADAL" clId="{07072C4A-42DD-5720-86A8-E3A7D67E6347}" dt="2026-09-15T15:13:28.438" v="23939" actId="20577"/>
          <ac:spMkLst>
            <pc:docMk/>
            <pc:sldMk cId="1588031816" sldId="732"/>
            <ac:spMk id="99" creationId="{7F3EAABE-8371-952A-8EA2-94BC09B4CADE}"/>
          </ac:spMkLst>
        </pc:spChg>
        <pc:spChg chg="mod">
          <ac:chgData name="Chapman, Stephen" userId="31a87834-901a-4691-a691-bf491053d09a" providerId="ADAL" clId="{07072C4A-42DD-5720-86A8-E3A7D67E6347}" dt="2026-09-15T15:22:19.302" v="24018" actId="207"/>
          <ac:spMkLst>
            <pc:docMk/>
            <pc:sldMk cId="1588031816" sldId="732"/>
            <ac:spMk id="101" creationId="{16D6313C-7674-5BC0-E4A6-4405DDB25084}"/>
          </ac:spMkLst>
        </pc:spChg>
        <pc:spChg chg="mod">
          <ac:chgData name="Chapman, Stephen" userId="31a87834-901a-4691-a691-bf491053d09a" providerId="ADAL" clId="{07072C4A-42DD-5720-86A8-E3A7D67E6347}" dt="2026-09-15T15:22:19.302" v="24018" actId="207"/>
          <ac:spMkLst>
            <pc:docMk/>
            <pc:sldMk cId="1588031816" sldId="732"/>
            <ac:spMk id="102" creationId="{125FAE58-C388-9077-2C0E-45FCFB131083}"/>
          </ac:spMkLst>
        </pc:spChg>
        <pc:spChg chg="mod">
          <ac:chgData name="Chapman, Stephen" userId="31a87834-901a-4691-a691-bf491053d09a" providerId="ADAL" clId="{07072C4A-42DD-5720-86A8-E3A7D67E6347}" dt="2026-09-15T15:22:31.853" v="24021" actId="207"/>
          <ac:spMkLst>
            <pc:docMk/>
            <pc:sldMk cId="1588031816" sldId="732"/>
            <ac:spMk id="103" creationId="{24A1451A-3259-DD29-03B1-744D040D4967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104" creationId="{726FA4DC-CEA8-3743-EA1D-BFA5C297C3E6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105" creationId="{5D3A95EB-6A65-F8F5-6C7C-9CF9AA9087E3}"/>
          </ac:spMkLst>
        </pc:spChg>
        <pc:spChg chg="add mod">
          <ac:chgData name="Chapman, Stephen" userId="31a87834-901a-4691-a691-bf491053d09a" providerId="ADAL" clId="{07072C4A-42DD-5720-86A8-E3A7D67E6347}" dt="2026-09-15T15:28:27.090" v="24215" actId="164"/>
          <ac:spMkLst>
            <pc:docMk/>
            <pc:sldMk cId="1588031816" sldId="732"/>
            <ac:spMk id="106" creationId="{D00D73D3-634B-B709-B6CE-FC69609FD144}"/>
          </ac:spMkLst>
        </pc:spChg>
        <pc:spChg chg="add mod">
          <ac:chgData name="Chapman, Stephen" userId="31a87834-901a-4691-a691-bf491053d09a" providerId="ADAL" clId="{07072C4A-42DD-5720-86A8-E3A7D67E6347}" dt="2026-09-15T15:09:23.524" v="23875" actId="20577"/>
          <ac:spMkLst>
            <pc:docMk/>
            <pc:sldMk cId="1588031816" sldId="732"/>
            <ac:spMk id="107" creationId="{3FEC8474-9696-FE86-FB3B-B1D304F9577A}"/>
          </ac:spMkLst>
        </pc:spChg>
        <pc:spChg chg="add mod">
          <ac:chgData name="Chapman, Stephen" userId="31a87834-901a-4691-a691-bf491053d09a" providerId="ADAL" clId="{07072C4A-42DD-5720-86A8-E3A7D67E6347}" dt="2026-09-15T15:09:27.618" v="23876" actId="20577"/>
          <ac:spMkLst>
            <pc:docMk/>
            <pc:sldMk cId="1588031816" sldId="732"/>
            <ac:spMk id="108" creationId="{4ABD7F10-7180-E330-907D-B08481F84641}"/>
          </ac:spMkLst>
        </pc:spChg>
        <pc:spChg chg="add mod">
          <ac:chgData name="Chapman, Stephen" userId="31a87834-901a-4691-a691-bf491053d09a" providerId="ADAL" clId="{07072C4A-42DD-5720-86A8-E3A7D67E6347}" dt="2026-10-09T14:08:20.960" v="33090" actId="1076"/>
          <ac:spMkLst>
            <pc:docMk/>
            <pc:sldMk cId="1588031816" sldId="732"/>
            <ac:spMk id="113" creationId="{ED3C5C19-FCF5-11FA-CD25-DA5C2AC897B6}"/>
          </ac:spMkLst>
        </pc:spChg>
        <pc:spChg chg="add mod">
          <ac:chgData name="Chapman, Stephen" userId="31a87834-901a-4691-a691-bf491053d09a" providerId="ADAL" clId="{07072C4A-42DD-5720-86A8-E3A7D67E6347}" dt="2026-10-09T14:08:23.455" v="33091" actId="1076"/>
          <ac:spMkLst>
            <pc:docMk/>
            <pc:sldMk cId="1588031816" sldId="732"/>
            <ac:spMk id="114" creationId="{8D569412-733C-E426-0119-34A39AF6DFFA}"/>
          </ac:spMkLst>
        </pc:spChg>
        <pc:grpChg chg="mod">
          <ac:chgData name="Chapman, Stephen" userId="31a87834-901a-4691-a691-bf491053d09a" providerId="ADAL" clId="{07072C4A-42DD-5720-86A8-E3A7D67E6347}" dt="2026-09-15T13:36:33.961" v="22263" actId="1076"/>
          <ac:grpSpMkLst>
            <pc:docMk/>
            <pc:sldMk cId="1588031816" sldId="732"/>
            <ac:grpSpMk id="57" creationId="{3987D5BE-5A4A-A1BD-48FA-09D811E5B6D4}"/>
          </ac:grpSpMkLst>
        </pc:grpChg>
        <pc:grpChg chg="add mod">
          <ac:chgData name="Chapman, Stephen" userId="31a87834-901a-4691-a691-bf491053d09a" providerId="ADAL" clId="{07072C4A-42DD-5720-86A8-E3A7D67E6347}" dt="2026-09-15T15:07:54.595" v="23858" actId="1076"/>
          <ac:grpSpMkLst>
            <pc:docMk/>
            <pc:sldMk cId="1588031816" sldId="732"/>
            <ac:grpSpMk id="87" creationId="{A103BE07-A069-99D5-2F8D-5DB6495886F5}"/>
          </ac:grpSpMkLst>
        </pc:grpChg>
        <pc:grpChg chg="add mod">
          <ac:chgData name="Chapman, Stephen" userId="31a87834-901a-4691-a691-bf491053d09a" providerId="ADAL" clId="{07072C4A-42DD-5720-86A8-E3A7D67E6347}" dt="2026-09-15T15:07:54.595" v="23858" actId="1076"/>
          <ac:grpSpMkLst>
            <pc:docMk/>
            <pc:sldMk cId="1588031816" sldId="732"/>
            <ac:grpSpMk id="88" creationId="{DAE3BF2C-383B-D096-C47B-2D838734E893}"/>
          </ac:grpSpMkLst>
        </pc:grpChg>
        <pc:grpChg chg="add mod">
          <ac:chgData name="Chapman, Stephen" userId="31a87834-901a-4691-a691-bf491053d09a" providerId="ADAL" clId="{07072C4A-42DD-5720-86A8-E3A7D67E6347}" dt="2026-09-15T15:22:19.302" v="24018" actId="207"/>
          <ac:grpSpMkLst>
            <pc:docMk/>
            <pc:sldMk cId="1588031816" sldId="732"/>
            <ac:grpSpMk id="100" creationId="{85E80FF0-872E-F8FA-8506-73D025DD8736}"/>
          </ac:grpSpMkLst>
        </pc:grpChg>
        <pc:grpChg chg="mod">
          <ac:chgData name="Chapman, Stephen" userId="31a87834-901a-4691-a691-bf491053d09a" providerId="ADAL" clId="{07072C4A-42DD-5720-86A8-E3A7D67E6347}" dt="2026-10-09T11:38:55.440" v="32927" actId="1076"/>
          <ac:grpSpMkLst>
            <pc:docMk/>
            <pc:sldMk cId="1588031816" sldId="732"/>
            <ac:grpSpMk id="112" creationId="{51498A47-0063-1068-F63D-079D36F49E1F}"/>
          </ac:grpSpMkLst>
        </pc:grpChg>
        <pc:cxnChg chg="add mod">
          <ac:chgData name="Chapman, Stephen" userId="31a87834-901a-4691-a691-bf491053d09a" providerId="ADAL" clId="{07072C4A-42DD-5720-86A8-E3A7D67E6347}" dt="2026-09-15T13:23:13.889" v="22122" actId="692"/>
          <ac:cxnSpMkLst>
            <pc:docMk/>
            <pc:sldMk cId="1588031816" sldId="732"/>
            <ac:cxnSpMk id="6" creationId="{E6616869-9032-7757-62BA-C3B6E424AE43}"/>
          </ac:cxnSpMkLst>
        </pc:cxnChg>
        <pc:cxnChg chg="add mod">
          <ac:chgData name="Chapman, Stephen" userId="31a87834-901a-4691-a691-bf491053d09a" providerId="ADAL" clId="{07072C4A-42DD-5720-86A8-E3A7D67E6347}" dt="2026-09-15T13:23:26.216" v="22126" actId="14100"/>
          <ac:cxnSpMkLst>
            <pc:docMk/>
            <pc:sldMk cId="1588031816" sldId="732"/>
            <ac:cxnSpMk id="22" creationId="{5957B523-1D8D-C8C7-3633-5BD733E8D8B4}"/>
          </ac:cxnSpMkLst>
        </pc:cxnChg>
        <pc:cxnChg chg="add mod">
          <ac:chgData name="Chapman, Stephen" userId="31a87834-901a-4691-a691-bf491053d09a" providerId="ADAL" clId="{07072C4A-42DD-5720-86A8-E3A7D67E6347}" dt="2026-09-15T13:30:55.961" v="22235" actId="692"/>
          <ac:cxnSpMkLst>
            <pc:docMk/>
            <pc:sldMk cId="1588031816" sldId="732"/>
            <ac:cxnSpMk id="25" creationId="{C431768C-0CF3-FCBE-A4B6-E0F9627CA018}"/>
          </ac:cxnSpMkLst>
        </pc:cxnChg>
        <pc:cxnChg chg="add mod">
          <ac:chgData name="Chapman, Stephen" userId="31a87834-901a-4691-a691-bf491053d09a" providerId="ADAL" clId="{07072C4A-42DD-5720-86A8-E3A7D67E6347}" dt="2026-09-15T13:23:41.871" v="22135" actId="14100"/>
          <ac:cxnSpMkLst>
            <pc:docMk/>
            <pc:sldMk cId="1588031816" sldId="732"/>
            <ac:cxnSpMk id="28" creationId="{423CE18D-EAA6-1C9F-6AAC-1138F4448286}"/>
          </ac:cxnSpMkLst>
        </pc:cxnChg>
        <pc:cxnChg chg="add mod">
          <ac:chgData name="Chapman, Stephen" userId="31a87834-901a-4691-a691-bf491053d09a" providerId="ADAL" clId="{07072C4A-42DD-5720-86A8-E3A7D67E6347}" dt="2026-09-15T13:23:48.534" v="22139" actId="14100"/>
          <ac:cxnSpMkLst>
            <pc:docMk/>
            <pc:sldMk cId="1588031816" sldId="732"/>
            <ac:cxnSpMk id="31" creationId="{3579AA0E-3515-875C-7CC4-EEFC9435A778}"/>
          </ac:cxnSpMkLst>
        </pc:cxnChg>
        <pc:cxnChg chg="add mod">
          <ac:chgData name="Chapman, Stephen" userId="31a87834-901a-4691-a691-bf491053d09a" providerId="ADAL" clId="{07072C4A-42DD-5720-86A8-E3A7D67E6347}" dt="2026-09-15T13:25:31.489" v="22152" actId="14100"/>
          <ac:cxnSpMkLst>
            <pc:docMk/>
            <pc:sldMk cId="1588031816" sldId="732"/>
            <ac:cxnSpMk id="34" creationId="{46707F02-80A1-8554-5640-93EB26C1DE39}"/>
          </ac:cxnSpMkLst>
        </pc:cxnChg>
        <pc:cxnChg chg="add mod">
          <ac:chgData name="Chapman, Stephen" userId="31a87834-901a-4691-a691-bf491053d09a" providerId="ADAL" clId="{07072C4A-42DD-5720-86A8-E3A7D67E6347}" dt="2026-09-15T13:32:44.492" v="22252" actId="14100"/>
          <ac:cxnSpMkLst>
            <pc:docMk/>
            <pc:sldMk cId="1588031816" sldId="732"/>
            <ac:cxnSpMk id="43" creationId="{07653F94-4C58-607F-1B9B-310B75FA8511}"/>
          </ac:cxnSpMkLst>
        </pc:cxnChg>
        <pc:cxnChg chg="add mod">
          <ac:chgData name="Chapman, Stephen" userId="31a87834-901a-4691-a691-bf491053d09a" providerId="ADAL" clId="{07072C4A-42DD-5720-86A8-E3A7D67E6347}" dt="2026-09-15T13:32:12.934" v="22243" actId="14100"/>
          <ac:cxnSpMkLst>
            <pc:docMk/>
            <pc:sldMk cId="1588031816" sldId="732"/>
            <ac:cxnSpMk id="49" creationId="{4C7C5AC9-C26B-8060-8978-AE9ACDA4377B}"/>
          </ac:cxnSpMkLst>
        </pc:cxnChg>
        <pc:cxnChg chg="add mod">
          <ac:chgData name="Chapman, Stephen" userId="31a87834-901a-4691-a691-bf491053d09a" providerId="ADAL" clId="{07072C4A-42DD-5720-86A8-E3A7D67E6347}" dt="2026-09-15T13:38:06.919" v="22281" actId="1076"/>
          <ac:cxnSpMkLst>
            <pc:docMk/>
            <pc:sldMk cId="1588031816" sldId="732"/>
            <ac:cxnSpMk id="64" creationId="{E8227A64-C4B5-2D34-97B1-17CC8342EB3B}"/>
          </ac:cxnSpMkLst>
        </pc:cxnChg>
        <pc:cxnChg chg="add mod">
          <ac:chgData name="Chapman, Stephen" userId="31a87834-901a-4691-a691-bf491053d09a" providerId="ADAL" clId="{07072C4A-42DD-5720-86A8-E3A7D67E6347}" dt="2026-09-15T13:38:31.260" v="22294" actId="1076"/>
          <ac:cxnSpMkLst>
            <pc:docMk/>
            <pc:sldMk cId="1588031816" sldId="732"/>
            <ac:cxnSpMk id="65" creationId="{F0CFF5DB-0823-6218-8224-E76CC3419D77}"/>
          </ac:cxnSpMkLst>
        </pc:cxnChg>
        <pc:cxnChg chg="add mod">
          <ac:chgData name="Chapman, Stephen" userId="31a87834-901a-4691-a691-bf491053d09a" providerId="ADAL" clId="{07072C4A-42DD-5720-86A8-E3A7D67E6347}" dt="2026-09-15T13:38:48.998" v="22298" actId="1076"/>
          <ac:cxnSpMkLst>
            <pc:docMk/>
            <pc:sldMk cId="1588031816" sldId="732"/>
            <ac:cxnSpMk id="73" creationId="{FB274882-7390-7253-19B4-66FCA698081D}"/>
          </ac:cxnSpMkLst>
        </pc:cxnChg>
        <pc:cxnChg chg="add mod">
          <ac:chgData name="Chapman, Stephen" userId="31a87834-901a-4691-a691-bf491053d09a" providerId="ADAL" clId="{07072C4A-42DD-5720-86A8-E3A7D67E6347}" dt="2026-09-15T13:40:43.814" v="22322" actId="1076"/>
          <ac:cxnSpMkLst>
            <pc:docMk/>
            <pc:sldMk cId="1588031816" sldId="732"/>
            <ac:cxnSpMk id="74" creationId="{170E72D7-0FF0-D35E-43A1-813DC7600590}"/>
          </ac:cxnSpMkLst>
        </pc:cxnChg>
        <pc:cxnChg chg="add mod">
          <ac:chgData name="Chapman, Stephen" userId="31a87834-901a-4691-a691-bf491053d09a" providerId="ADAL" clId="{07072C4A-42DD-5720-86A8-E3A7D67E6347}" dt="2026-09-15T13:40:48.217" v="22325" actId="14100"/>
          <ac:cxnSpMkLst>
            <pc:docMk/>
            <pc:sldMk cId="1588031816" sldId="732"/>
            <ac:cxnSpMk id="81" creationId="{AF77597E-69B9-6510-1A4C-649F4BCC7F67}"/>
          </ac:cxnSpMkLst>
        </pc:cxnChg>
      </pc:sldChg>
      <pc:sldChg chg="addSp modSp new mod ord">
        <pc:chgData name="Chapman, Stephen" userId="31a87834-901a-4691-a691-bf491053d09a" providerId="ADAL" clId="{07072C4A-42DD-5720-86A8-E3A7D67E6347}" dt="2026-10-09T11:33:31.520" v="32926" actId="20577"/>
        <pc:sldMkLst>
          <pc:docMk/>
          <pc:sldMk cId="234989870" sldId="733"/>
        </pc:sldMkLst>
        <pc:spChg chg="mod">
          <ac:chgData name="Chapman, Stephen" userId="31a87834-901a-4691-a691-bf491053d09a" providerId="ADAL" clId="{07072C4A-42DD-5720-86A8-E3A7D67E6347}" dt="2026-10-06T20:19:16.060" v="32140" actId="14100"/>
          <ac:spMkLst>
            <pc:docMk/>
            <pc:sldMk cId="234989870" sldId="733"/>
            <ac:spMk id="2" creationId="{D322C104-6550-0B46-6551-DF25679F4396}"/>
          </ac:spMkLst>
        </pc:spChg>
        <pc:spChg chg="mod">
          <ac:chgData name="Chapman, Stephen" userId="31a87834-901a-4691-a691-bf491053d09a" providerId="ADAL" clId="{07072C4A-42DD-5720-86A8-E3A7D67E6347}" dt="2026-10-09T11:33:31.520" v="32926" actId="20577"/>
          <ac:spMkLst>
            <pc:docMk/>
            <pc:sldMk cId="234989870" sldId="733"/>
            <ac:spMk id="3" creationId="{0B1DF285-F40F-157D-0897-5CFB875A1FDD}"/>
          </ac:spMkLst>
        </pc:spChg>
        <pc:spChg chg="mod">
          <ac:chgData name="Chapman, Stephen" userId="31a87834-901a-4691-a691-bf491053d09a" providerId="ADAL" clId="{07072C4A-42DD-5720-86A8-E3A7D67E6347}" dt="2026-09-14T10:12:42.399" v="18977" actId="14100"/>
          <ac:spMkLst>
            <pc:docMk/>
            <pc:sldMk cId="234989870" sldId="733"/>
            <ac:spMk id="6" creationId="{5BAF0AD3-5B35-36F4-2CE2-2EA5814A5342}"/>
          </ac:spMkLst>
        </pc:spChg>
        <pc:grpChg chg="add mod">
          <ac:chgData name="Chapman, Stephen" userId="31a87834-901a-4691-a691-bf491053d09a" providerId="ADAL" clId="{07072C4A-42DD-5720-86A8-E3A7D67E6347}" dt="2026-09-14T10:25:14.420" v="19623" actId="1076"/>
          <ac:grpSpMkLst>
            <pc:docMk/>
            <pc:sldMk cId="234989870" sldId="733"/>
            <ac:grpSpMk id="4" creationId="{E9EC993A-B0ED-0FFF-81DE-5259D39534FB}"/>
          </ac:grpSpMkLst>
        </pc:grpChg>
        <pc:picChg chg="mod modCrop">
          <ac:chgData name="Chapman, Stephen" userId="31a87834-901a-4691-a691-bf491053d09a" providerId="ADAL" clId="{07072C4A-42DD-5720-86A8-E3A7D67E6347}" dt="2026-09-14T10:16:23.072" v="19071" actId="732"/>
          <ac:picMkLst>
            <pc:docMk/>
            <pc:sldMk cId="234989870" sldId="733"/>
            <ac:picMk id="5" creationId="{B2C8A4B7-4D4B-9D6D-BD9C-2ADBD4B9834E}"/>
          </ac:picMkLst>
        </pc:picChg>
      </pc:sldChg>
      <pc:sldChg chg="addSp delSp modSp new mod">
        <pc:chgData name="Chapman, Stephen" userId="31a87834-901a-4691-a691-bf491053d09a" providerId="ADAL" clId="{07072C4A-42DD-5720-86A8-E3A7D67E6347}" dt="2026-09-15T13:20:48.228" v="22076" actId="114"/>
        <pc:sldMkLst>
          <pc:docMk/>
          <pc:sldMk cId="4030097104" sldId="734"/>
        </pc:sldMkLst>
        <pc:spChg chg="mod">
          <ac:chgData name="Chapman, Stephen" userId="31a87834-901a-4691-a691-bf491053d09a" providerId="ADAL" clId="{07072C4A-42DD-5720-86A8-E3A7D67E6347}" dt="2026-09-15T13:20:48.228" v="22076" actId="114"/>
          <ac:spMkLst>
            <pc:docMk/>
            <pc:sldMk cId="4030097104" sldId="734"/>
            <ac:spMk id="2" creationId="{81D9A999-F6D0-599D-F9A1-CC7F9B193A0C}"/>
          </ac:spMkLst>
        </pc:spChg>
        <pc:spChg chg="mod">
          <ac:chgData name="Chapman, Stephen" userId="31a87834-901a-4691-a691-bf491053d09a" providerId="ADAL" clId="{07072C4A-42DD-5720-86A8-E3A7D67E6347}" dt="2026-09-15T12:47:57.965" v="21982" actId="14100"/>
          <ac:spMkLst>
            <pc:docMk/>
            <pc:sldMk cId="4030097104" sldId="734"/>
            <ac:spMk id="3" creationId="{5ED5D022-28E8-7044-A71E-B507B075E804}"/>
          </ac:spMkLst>
        </pc:spChg>
        <pc:spChg chg="add mod">
          <ac:chgData name="Chapman, Stephen" userId="31a87834-901a-4691-a691-bf491053d09a" providerId="ADAL" clId="{07072C4A-42DD-5720-86A8-E3A7D67E6347}" dt="2026-09-15T10:31:55.784" v="21663" actId="1076"/>
          <ac:spMkLst>
            <pc:docMk/>
            <pc:sldMk cId="4030097104" sldId="734"/>
            <ac:spMk id="5" creationId="{95DA1E6C-3B02-40D1-C59F-98BA9B29458F}"/>
          </ac:spMkLst>
        </pc:spChg>
        <pc:grpChg chg="add mod">
          <ac:chgData name="Chapman, Stephen" userId="31a87834-901a-4691-a691-bf491053d09a" providerId="ADAL" clId="{07072C4A-42DD-5720-86A8-E3A7D67E6347}" dt="2026-09-15T12:50:24.394" v="21996" actId="1076"/>
          <ac:grpSpMkLst>
            <pc:docMk/>
            <pc:sldMk cId="4030097104" sldId="734"/>
            <ac:grpSpMk id="15" creationId="{D531C889-22AF-5539-BCEF-4B99EEFEDE3E}"/>
          </ac:grpSpMkLst>
        </pc:grpChg>
        <pc:picChg chg="add mod modCrop">
          <ac:chgData name="Chapman, Stephen" userId="31a87834-901a-4691-a691-bf491053d09a" providerId="ADAL" clId="{07072C4A-42DD-5720-86A8-E3A7D67E6347}" dt="2026-09-15T12:50:21.737" v="21995" actId="164"/>
          <ac:picMkLst>
            <pc:docMk/>
            <pc:sldMk cId="4030097104" sldId="734"/>
            <ac:picMk id="9" creationId="{A2960D25-2AEA-B977-8FBD-3635184937B5}"/>
          </ac:picMkLst>
        </pc:picChg>
        <pc:inkChg chg="add mod">
          <ac:chgData name="Chapman, Stephen" userId="31a87834-901a-4691-a691-bf491053d09a" providerId="ADAL" clId="{07072C4A-42DD-5720-86A8-E3A7D67E6347}" dt="2026-09-15T12:50:21.737" v="21995" actId="164"/>
          <ac:inkMkLst>
            <pc:docMk/>
            <pc:sldMk cId="4030097104" sldId="734"/>
            <ac:inkMk id="10" creationId="{09A7FDFB-DE94-08D8-D205-A730A751AF2A}"/>
          </ac:inkMkLst>
        </pc:inkChg>
      </pc:sldChg>
      <pc:sldChg chg="add">
        <pc:chgData name="Chapman, Stephen" userId="31a87834-901a-4691-a691-bf491053d09a" providerId="ADAL" clId="{07072C4A-42DD-5720-86A8-E3A7D67E6347}" dt="2026-10-06T20:20:39.458" v="32146"/>
        <pc:sldMkLst>
          <pc:docMk/>
          <pc:sldMk cId="833049170" sldId="735"/>
        </pc:sldMkLst>
      </pc:sldChg>
      <pc:sldChg chg="add">
        <pc:chgData name="Chapman, Stephen" userId="31a87834-901a-4691-a691-bf491053d09a" providerId="ADAL" clId="{07072C4A-42DD-5720-86A8-E3A7D67E6347}" dt="2026-10-06T20:20:39.458" v="32146"/>
        <pc:sldMkLst>
          <pc:docMk/>
          <pc:sldMk cId="3914110784" sldId="736"/>
        </pc:sldMkLst>
      </pc:sldChg>
      <pc:sldChg chg="modSp add mod">
        <pc:chgData name="Chapman, Stephen" userId="31a87834-901a-4691-a691-bf491053d09a" providerId="ADAL" clId="{07072C4A-42DD-5720-86A8-E3A7D67E6347}" dt="2026-10-13T20:22:09.908" v="33278" actId="14100"/>
        <pc:sldMkLst>
          <pc:docMk/>
          <pc:sldMk cId="2984539676" sldId="737"/>
        </pc:sldMkLst>
        <pc:spChg chg="mod">
          <ac:chgData name="Chapman, Stephen" userId="31a87834-901a-4691-a691-bf491053d09a" providerId="ADAL" clId="{07072C4A-42DD-5720-86A8-E3A7D67E6347}" dt="2026-10-13T20:22:09.908" v="33278" actId="14100"/>
          <ac:spMkLst>
            <pc:docMk/>
            <pc:sldMk cId="2984539676" sldId="737"/>
            <ac:spMk id="3" creationId="{AFEDE56F-34AA-94A3-462F-A50AC7577A83}"/>
          </ac:spMkLst>
        </pc:spChg>
      </pc:sldChg>
      <pc:sldChg chg="addSp delSp modSp new mod">
        <pc:chgData name="Chapman, Stephen" userId="31a87834-901a-4691-a691-bf491053d09a" providerId="ADAL" clId="{07072C4A-42DD-5720-86A8-E3A7D67E6347}" dt="2026-09-15T10:00:24.437" v="21285" actId="1076"/>
        <pc:sldMkLst>
          <pc:docMk/>
          <pc:sldMk cId="1073531914" sldId="738"/>
        </pc:sldMkLst>
        <pc:spChg chg="mod">
          <ac:chgData name="Chapman, Stephen" userId="31a87834-901a-4691-a691-bf491053d09a" providerId="ADAL" clId="{07072C4A-42DD-5720-86A8-E3A7D67E6347}" dt="2026-09-15T09:59:38.183" v="21282" actId="14100"/>
          <ac:spMkLst>
            <pc:docMk/>
            <pc:sldMk cId="1073531914" sldId="738"/>
            <ac:spMk id="2" creationId="{B46C8E94-1D1F-02DA-5BF3-2054E65FF247}"/>
          </ac:spMkLst>
        </pc:spChg>
        <pc:picChg chg="add mod ord">
          <ac:chgData name="Chapman, Stephen" userId="31a87834-901a-4691-a691-bf491053d09a" providerId="ADAL" clId="{07072C4A-42DD-5720-86A8-E3A7D67E6347}" dt="2026-09-15T10:00:24.437" v="21285" actId="1076"/>
          <ac:picMkLst>
            <pc:docMk/>
            <pc:sldMk cId="1073531914" sldId="738"/>
            <ac:picMk id="5" creationId="{46FBADF6-5248-E761-F9A6-6E9B15DD9A81}"/>
          </ac:picMkLst>
        </pc:picChg>
      </pc:sldChg>
      <pc:sldChg chg="addSp delSp modSp add mod ord">
        <pc:chgData name="Chapman, Stephen" userId="31a87834-901a-4691-a691-bf491053d09a" providerId="ADAL" clId="{07072C4A-42DD-5720-86A8-E3A7D67E6347}" dt="2026-09-15T10:23:26.359" v="21537" actId="1076"/>
        <pc:sldMkLst>
          <pc:docMk/>
          <pc:sldMk cId="1504256124" sldId="740"/>
        </pc:sldMkLst>
        <pc:spChg chg="add mod">
          <ac:chgData name="Chapman, Stephen" userId="31a87834-901a-4691-a691-bf491053d09a" providerId="ADAL" clId="{07072C4A-42DD-5720-86A8-E3A7D67E6347}" dt="2026-09-15T10:21:58.381" v="21469" actId="1076"/>
          <ac:spMkLst>
            <pc:docMk/>
            <pc:sldMk cId="1504256124" sldId="740"/>
            <ac:spMk id="3" creationId="{02BAA06D-2185-3791-3893-2BD92241AD5F}"/>
          </ac:spMkLst>
        </pc:spChg>
        <pc:spChg chg="add mod">
          <ac:chgData name="Chapman, Stephen" userId="31a87834-901a-4691-a691-bf491053d09a" providerId="ADAL" clId="{07072C4A-42DD-5720-86A8-E3A7D67E6347}" dt="2026-09-15T10:21:58.381" v="21469" actId="1076"/>
          <ac:spMkLst>
            <pc:docMk/>
            <pc:sldMk cId="1504256124" sldId="740"/>
            <ac:spMk id="8" creationId="{A0389BFE-CD76-DF45-DF25-883347E61ABC}"/>
          </ac:spMkLst>
        </pc:spChg>
        <pc:spChg chg="add mod">
          <ac:chgData name="Chapman, Stephen" userId="31a87834-901a-4691-a691-bf491053d09a" providerId="ADAL" clId="{07072C4A-42DD-5720-86A8-E3A7D67E6347}" dt="2026-09-15T10:22:16.026" v="21472" actId="1076"/>
          <ac:spMkLst>
            <pc:docMk/>
            <pc:sldMk cId="1504256124" sldId="740"/>
            <ac:spMk id="10" creationId="{DD14FE59-9CDC-DB9B-CF4C-6E4B7C8E1188}"/>
          </ac:spMkLst>
        </pc:spChg>
        <pc:spChg chg="add mod">
          <ac:chgData name="Chapman, Stephen" userId="31a87834-901a-4691-a691-bf491053d09a" providerId="ADAL" clId="{07072C4A-42DD-5720-86A8-E3A7D67E6347}" dt="2026-09-15T10:22:16.026" v="21472" actId="1076"/>
          <ac:spMkLst>
            <pc:docMk/>
            <pc:sldMk cId="1504256124" sldId="740"/>
            <ac:spMk id="11" creationId="{BF65399C-88EF-E29C-801C-40C903840A29}"/>
          </ac:spMkLst>
        </pc:spChg>
        <pc:spChg chg="add mod">
          <ac:chgData name="Chapman, Stephen" userId="31a87834-901a-4691-a691-bf491053d09a" providerId="ADAL" clId="{07072C4A-42DD-5720-86A8-E3A7D67E6347}" dt="2026-09-15T10:21:58.381" v="21469" actId="1076"/>
          <ac:spMkLst>
            <pc:docMk/>
            <pc:sldMk cId="1504256124" sldId="740"/>
            <ac:spMk id="13" creationId="{67EFC042-7FF5-52D9-F0F4-025292380C18}"/>
          </ac:spMkLst>
        </pc:spChg>
        <pc:spChg chg="add mod">
          <ac:chgData name="Chapman, Stephen" userId="31a87834-901a-4691-a691-bf491053d09a" providerId="ADAL" clId="{07072C4A-42DD-5720-86A8-E3A7D67E6347}" dt="2026-09-15T10:21:58.381" v="21469" actId="1076"/>
          <ac:spMkLst>
            <pc:docMk/>
            <pc:sldMk cId="1504256124" sldId="740"/>
            <ac:spMk id="14" creationId="{9152CC37-B53D-0035-ACFB-19CD92E20B46}"/>
          </ac:spMkLst>
        </pc:spChg>
        <pc:spChg chg="add mod">
          <ac:chgData name="Chapman, Stephen" userId="31a87834-901a-4691-a691-bf491053d09a" providerId="ADAL" clId="{07072C4A-42DD-5720-86A8-E3A7D67E6347}" dt="2026-09-15T10:22:57.687" v="21482" actId="14100"/>
          <ac:spMkLst>
            <pc:docMk/>
            <pc:sldMk cId="1504256124" sldId="740"/>
            <ac:spMk id="15" creationId="{CA47901A-6608-6E87-6B60-0E4A7BF4E7CC}"/>
          </ac:spMkLst>
        </pc:spChg>
        <pc:spChg chg="add mod">
          <ac:chgData name="Chapman, Stephen" userId="31a87834-901a-4691-a691-bf491053d09a" providerId="ADAL" clId="{07072C4A-42DD-5720-86A8-E3A7D67E6347}" dt="2026-09-15T10:22:16.026" v="21472" actId="1076"/>
          <ac:spMkLst>
            <pc:docMk/>
            <pc:sldMk cId="1504256124" sldId="740"/>
            <ac:spMk id="16" creationId="{9EF4C17A-FA85-8AA1-38D0-CD90C96D0CB1}"/>
          </ac:spMkLst>
        </pc:spChg>
        <pc:spChg chg="add mod">
          <ac:chgData name="Chapman, Stephen" userId="31a87834-901a-4691-a691-bf491053d09a" providerId="ADAL" clId="{07072C4A-42DD-5720-86A8-E3A7D67E6347}" dt="2026-09-15T10:22:16.026" v="21472" actId="1076"/>
          <ac:spMkLst>
            <pc:docMk/>
            <pc:sldMk cId="1504256124" sldId="740"/>
            <ac:spMk id="17" creationId="{5C16A023-1025-A9A7-1C0A-8CF28165BC46}"/>
          </ac:spMkLst>
        </pc:spChg>
        <pc:spChg chg="add mod">
          <ac:chgData name="Chapman, Stephen" userId="31a87834-901a-4691-a691-bf491053d09a" providerId="ADAL" clId="{07072C4A-42DD-5720-86A8-E3A7D67E6347}" dt="2026-09-15T10:22:24.777" v="21476" actId="14100"/>
          <ac:spMkLst>
            <pc:docMk/>
            <pc:sldMk cId="1504256124" sldId="740"/>
            <ac:spMk id="18" creationId="{76CBABBF-4284-CB27-D3B7-E31536C11241}"/>
          </ac:spMkLst>
        </pc:spChg>
        <pc:spChg chg="add mod">
          <ac:chgData name="Chapman, Stephen" userId="31a87834-901a-4691-a691-bf491053d09a" providerId="ADAL" clId="{07072C4A-42DD-5720-86A8-E3A7D67E6347}" dt="2026-09-15T10:22:46.016" v="21481" actId="14100"/>
          <ac:spMkLst>
            <pc:docMk/>
            <pc:sldMk cId="1504256124" sldId="740"/>
            <ac:spMk id="19" creationId="{0605DE19-884C-A2C6-C000-97475014CCE2}"/>
          </ac:spMkLst>
        </pc:spChg>
        <pc:spChg chg="add mod">
          <ac:chgData name="Chapman, Stephen" userId="31a87834-901a-4691-a691-bf491053d09a" providerId="ADAL" clId="{07072C4A-42DD-5720-86A8-E3A7D67E6347}" dt="2026-09-15T10:23:00.378" v="21483" actId="1076"/>
          <ac:spMkLst>
            <pc:docMk/>
            <pc:sldMk cId="1504256124" sldId="740"/>
            <ac:spMk id="20" creationId="{7B0A0A5F-E146-37BA-3C9F-9493B32C9706}"/>
          </ac:spMkLst>
        </pc:spChg>
        <pc:spChg chg="add mod">
          <ac:chgData name="Chapman, Stephen" userId="31a87834-901a-4691-a691-bf491053d09a" providerId="ADAL" clId="{07072C4A-42DD-5720-86A8-E3A7D67E6347}" dt="2026-09-15T10:23:26.359" v="21537" actId="1076"/>
          <ac:spMkLst>
            <pc:docMk/>
            <pc:sldMk cId="1504256124" sldId="740"/>
            <ac:spMk id="26" creationId="{01C2C7D5-C801-AFB4-C94D-37EB0155BA9D}"/>
          </ac:spMkLst>
        </pc:spChg>
        <pc:grpChg chg="add mod">
          <ac:chgData name="Chapman, Stephen" userId="31a87834-901a-4691-a691-bf491053d09a" providerId="ADAL" clId="{07072C4A-42DD-5720-86A8-E3A7D67E6347}" dt="2026-09-15T10:21:58.381" v="21469" actId="1076"/>
          <ac:grpSpMkLst>
            <pc:docMk/>
            <pc:sldMk cId="1504256124" sldId="740"/>
            <ac:grpSpMk id="9" creationId="{183A4A47-EB00-D48F-E175-D0B8E76EAF52}"/>
          </ac:grpSpMkLst>
        </pc:grpChg>
        <pc:grpChg chg="add mod">
          <ac:chgData name="Chapman, Stephen" userId="31a87834-901a-4691-a691-bf491053d09a" providerId="ADAL" clId="{07072C4A-42DD-5720-86A8-E3A7D67E6347}" dt="2026-09-15T10:22:16.026" v="21472" actId="1076"/>
          <ac:grpSpMkLst>
            <pc:docMk/>
            <pc:sldMk cId="1504256124" sldId="740"/>
            <ac:grpSpMk id="12" creationId="{6FAB2EAA-7577-5631-B25D-FC5B2E996B1D}"/>
          </ac:grpSpMkLst>
        </pc:grpChg>
        <pc:grpChg chg="add mod">
          <ac:chgData name="Chapman, Stephen" userId="31a87834-901a-4691-a691-bf491053d09a" providerId="ADAL" clId="{07072C4A-42DD-5720-86A8-E3A7D67E6347}" dt="2026-09-15T10:22:16.026" v="21472" actId="1076"/>
          <ac:grpSpMkLst>
            <pc:docMk/>
            <pc:sldMk cId="1504256124" sldId="740"/>
            <ac:grpSpMk id="22" creationId="{D03791A8-8DF0-DC83-030E-42AE4C9D241A}"/>
          </ac:grpSpMkLst>
        </pc:grpChg>
        <pc:grpChg chg="add mod">
          <ac:chgData name="Chapman, Stephen" userId="31a87834-901a-4691-a691-bf491053d09a" providerId="ADAL" clId="{07072C4A-42DD-5720-86A8-E3A7D67E6347}" dt="2026-09-15T10:21:58.381" v="21469" actId="1076"/>
          <ac:grpSpMkLst>
            <pc:docMk/>
            <pc:sldMk cId="1504256124" sldId="740"/>
            <ac:grpSpMk id="23" creationId="{6A57D328-040C-48C8-AD0F-16F87CE95269}"/>
          </ac:grpSpMkLst>
        </pc:grpChg>
        <pc:grpChg chg="add mod">
          <ac:chgData name="Chapman, Stephen" userId="31a87834-901a-4691-a691-bf491053d09a" providerId="ADAL" clId="{07072C4A-42DD-5720-86A8-E3A7D67E6347}" dt="2026-09-15T10:21:58.381" v="21469" actId="1076"/>
          <ac:grpSpMkLst>
            <pc:docMk/>
            <pc:sldMk cId="1504256124" sldId="740"/>
            <ac:grpSpMk id="24" creationId="{A47388E8-97A6-C845-9FDC-2ED556DE0FA5}"/>
          </ac:grpSpMkLst>
        </pc:grpChg>
        <pc:grpChg chg="add mod">
          <ac:chgData name="Chapman, Stephen" userId="31a87834-901a-4691-a691-bf491053d09a" providerId="ADAL" clId="{07072C4A-42DD-5720-86A8-E3A7D67E6347}" dt="2026-09-15T10:22:16.026" v="21472" actId="1076"/>
          <ac:grpSpMkLst>
            <pc:docMk/>
            <pc:sldMk cId="1504256124" sldId="740"/>
            <ac:grpSpMk id="25" creationId="{9226EED7-3445-62BF-23D4-836631FC4DF0}"/>
          </ac:grpSpMkLst>
        </pc:grpChg>
        <pc:picChg chg="add mod">
          <ac:chgData name="Chapman, Stephen" userId="31a87834-901a-4691-a691-bf491053d09a" providerId="ADAL" clId="{07072C4A-42DD-5720-86A8-E3A7D67E6347}" dt="2026-09-15T10:21:58.381" v="21469" actId="1076"/>
          <ac:picMkLst>
            <pc:docMk/>
            <pc:sldMk cId="1504256124" sldId="740"/>
            <ac:picMk id="2" creationId="{DABE9D26-EC00-2BBC-1FFC-F1E6198E8A7B}"/>
          </ac:picMkLst>
        </pc:picChg>
        <pc:picChg chg="mod">
          <ac:chgData name="Chapman, Stephen" userId="31a87834-901a-4691-a691-bf491053d09a" providerId="ADAL" clId="{07072C4A-42DD-5720-86A8-E3A7D67E6347}" dt="2026-09-15T10:22:16.026" v="21472" actId="1076"/>
          <ac:picMkLst>
            <pc:docMk/>
            <pc:sldMk cId="1504256124" sldId="740"/>
            <ac:picMk id="6" creationId="{3EAAD9D0-B3C2-472E-2E34-274A19D5CDE4}"/>
          </ac:picMkLst>
        </pc:picChg>
      </pc:sldChg>
      <pc:sldChg chg="modSp new mod">
        <pc:chgData name="Chapman, Stephen" userId="31a87834-901a-4691-a691-bf491053d09a" providerId="ADAL" clId="{07072C4A-42DD-5720-86A8-E3A7D67E6347}" dt="2026-10-08T11:40:03.700" v="32631" actId="20577"/>
        <pc:sldMkLst>
          <pc:docMk/>
          <pc:sldMk cId="100902700" sldId="741"/>
        </pc:sldMkLst>
        <pc:spChg chg="mod">
          <ac:chgData name="Chapman, Stephen" userId="31a87834-901a-4691-a691-bf491053d09a" providerId="ADAL" clId="{07072C4A-42DD-5720-86A8-E3A7D67E6347}" dt="2026-09-17T11:28:12.793" v="27232" actId="14100"/>
          <ac:spMkLst>
            <pc:docMk/>
            <pc:sldMk cId="100902700" sldId="741"/>
            <ac:spMk id="2" creationId="{2C586295-49AE-062D-0FB8-45E4C93DF2BF}"/>
          </ac:spMkLst>
        </pc:spChg>
        <pc:spChg chg="mod">
          <ac:chgData name="Chapman, Stephen" userId="31a87834-901a-4691-a691-bf491053d09a" providerId="ADAL" clId="{07072C4A-42DD-5720-86A8-E3A7D67E6347}" dt="2026-10-08T11:40:03.700" v="32631" actId="20577"/>
          <ac:spMkLst>
            <pc:docMk/>
            <pc:sldMk cId="100902700" sldId="741"/>
            <ac:spMk id="3" creationId="{EE150DFE-8011-9616-A302-23FA8D0850BF}"/>
          </ac:spMkLst>
        </pc:spChg>
      </pc:sldChg>
      <pc:sldChg chg="addSp modSp add mod">
        <pc:chgData name="Chapman, Stephen" userId="31a87834-901a-4691-a691-bf491053d09a" providerId="ADAL" clId="{07072C4A-42DD-5720-86A8-E3A7D67E6347}" dt="2026-10-06T20:12:37.903" v="32069" actId="20577"/>
        <pc:sldMkLst>
          <pc:docMk/>
          <pc:sldMk cId="2189250096" sldId="742"/>
        </pc:sldMkLst>
        <pc:spChg chg="mod">
          <ac:chgData name="Chapman, Stephen" userId="31a87834-901a-4691-a691-bf491053d09a" providerId="ADAL" clId="{07072C4A-42DD-5720-86A8-E3A7D67E6347}" dt="2026-09-17T12:32:29.102" v="27825" actId="20577"/>
          <ac:spMkLst>
            <pc:docMk/>
            <pc:sldMk cId="2189250096" sldId="742"/>
            <ac:spMk id="2" creationId="{C9C5A4A8-A717-7D03-AD5D-7A5C2381C3F6}"/>
          </ac:spMkLst>
        </pc:spChg>
        <pc:spChg chg="mod">
          <ac:chgData name="Chapman, Stephen" userId="31a87834-901a-4691-a691-bf491053d09a" providerId="ADAL" clId="{07072C4A-42DD-5720-86A8-E3A7D67E6347}" dt="2026-10-06T20:12:37.903" v="32069" actId="20577"/>
          <ac:spMkLst>
            <pc:docMk/>
            <pc:sldMk cId="2189250096" sldId="742"/>
            <ac:spMk id="3" creationId="{39EAB5D0-10E0-BD6E-8013-16A003ED89F0}"/>
          </ac:spMkLst>
        </pc:spChg>
        <pc:picChg chg="add mod">
          <ac:chgData name="Chapman, Stephen" userId="31a87834-901a-4691-a691-bf491053d09a" providerId="ADAL" clId="{07072C4A-42DD-5720-86A8-E3A7D67E6347}" dt="2026-09-17T14:11:02.662" v="28393" actId="167"/>
          <ac:picMkLst>
            <pc:docMk/>
            <pc:sldMk cId="2189250096" sldId="742"/>
            <ac:picMk id="6" creationId="{386252C0-240A-5DC3-E81F-6740143D48FC}"/>
          </ac:picMkLst>
        </pc:picChg>
      </pc:sldChg>
      <pc:sldChg chg="addSp delSp modSp add mod">
        <pc:chgData name="Chapman, Stephen" userId="31a87834-901a-4691-a691-bf491053d09a" providerId="ADAL" clId="{07072C4A-42DD-5720-86A8-E3A7D67E6347}" dt="2026-09-30T12:44:11.205" v="28586" actId="692"/>
        <pc:sldMkLst>
          <pc:docMk/>
          <pc:sldMk cId="1666395384" sldId="743"/>
        </pc:sldMkLst>
        <pc:spChg chg="add mod">
          <ac:chgData name="Chapman, Stephen" userId="31a87834-901a-4691-a691-bf491053d09a" providerId="ADAL" clId="{07072C4A-42DD-5720-86A8-E3A7D67E6347}" dt="2026-09-30T12:19:25.843" v="28394"/>
          <ac:spMkLst>
            <pc:docMk/>
            <pc:sldMk cId="1666395384" sldId="743"/>
            <ac:spMk id="4" creationId="{58007A71-6EBC-B18D-849B-113AAB546932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6" creationId="{F433FC4A-9451-DFAF-E572-20C303D83F43}"/>
          </ac:spMkLst>
        </pc:spChg>
        <pc:spChg chg="mod">
          <ac:chgData name="Chapman, Stephen" userId="31a87834-901a-4691-a691-bf491053d09a" providerId="ADAL" clId="{07072C4A-42DD-5720-86A8-E3A7D67E6347}" dt="2026-09-30T12:42:48.528" v="28557" actId="207"/>
          <ac:spMkLst>
            <pc:docMk/>
            <pc:sldMk cId="1666395384" sldId="743"/>
            <ac:spMk id="7" creationId="{2133A8A7-B039-BFD7-AC9B-0125BDCBCB31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8" creationId="{A2326A16-EBB1-5146-7E9B-76CB6FB6063C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9" creationId="{673251CF-70E6-2172-5E3D-5A5B319EAE34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0" creationId="{FD13B938-507A-E17A-A4ED-8A7A4376E52A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1" creationId="{EC850E79-AB49-3E50-7889-570A65D66BA8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2" creationId="{82DEE0AC-2C0C-0EB7-6159-4844D48CA693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3" creationId="{88BA5851-B152-21F8-3223-4E76B461F108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4" creationId="{97348495-013F-1978-1AD6-8F9109FC23DC}"/>
          </ac:spMkLst>
        </pc:spChg>
        <pc:spChg chg="mod">
          <ac:chgData name="Chapman, Stephen" userId="31a87834-901a-4691-a691-bf491053d09a" providerId="ADAL" clId="{07072C4A-42DD-5720-86A8-E3A7D67E6347}" dt="2026-09-30T12:19:38.156" v="28396"/>
          <ac:spMkLst>
            <pc:docMk/>
            <pc:sldMk cId="1666395384" sldId="743"/>
            <ac:spMk id="15" creationId="{2FE7B6C7-5019-588D-0A32-F42C1E6B0D36}"/>
          </ac:spMkLst>
        </pc:spChg>
        <pc:spChg chg="mod">
          <ac:chgData name="Chapman, Stephen" userId="31a87834-901a-4691-a691-bf491053d09a" providerId="ADAL" clId="{07072C4A-42DD-5720-86A8-E3A7D67E6347}" dt="2026-09-30T12:19:45.464" v="28398"/>
          <ac:spMkLst>
            <pc:docMk/>
            <pc:sldMk cId="1666395384" sldId="743"/>
            <ac:spMk id="17" creationId="{9C42CE80-5418-5581-7257-238D73B1CF9C}"/>
          </ac:spMkLst>
        </pc:spChg>
        <pc:spChg chg="mod">
          <ac:chgData name="Chapman, Stephen" userId="31a87834-901a-4691-a691-bf491053d09a" providerId="ADAL" clId="{07072C4A-42DD-5720-86A8-E3A7D67E6347}" dt="2026-09-30T12:43:41.325" v="28564" actId="207"/>
          <ac:spMkLst>
            <pc:docMk/>
            <pc:sldMk cId="1666395384" sldId="743"/>
            <ac:spMk id="18" creationId="{32568DF3-A8B4-D3C2-A056-72B2BEDEDA7E}"/>
          </ac:spMkLst>
        </pc:spChg>
        <pc:spChg chg="mod">
          <ac:chgData name="Chapman, Stephen" userId="31a87834-901a-4691-a691-bf491053d09a" providerId="ADAL" clId="{07072C4A-42DD-5720-86A8-E3A7D67E6347}" dt="2026-09-30T12:23:26.539" v="28465" actId="20577"/>
          <ac:spMkLst>
            <pc:docMk/>
            <pc:sldMk cId="1666395384" sldId="743"/>
            <ac:spMk id="19" creationId="{7A353A93-4A01-CD30-89AA-75DD9D182ABB}"/>
          </ac:spMkLst>
        </pc:spChg>
        <pc:spChg chg="mod">
          <ac:chgData name="Chapman, Stephen" userId="31a87834-901a-4691-a691-bf491053d09a" providerId="ADAL" clId="{07072C4A-42DD-5720-86A8-E3A7D67E6347}" dt="2026-09-30T12:22:39.992" v="28429" actId="20577"/>
          <ac:spMkLst>
            <pc:docMk/>
            <pc:sldMk cId="1666395384" sldId="743"/>
            <ac:spMk id="20" creationId="{BC194255-49D9-A52B-BC1D-2073750EA114}"/>
          </ac:spMkLst>
        </pc:spChg>
        <pc:spChg chg="mod">
          <ac:chgData name="Chapman, Stephen" userId="31a87834-901a-4691-a691-bf491053d09a" providerId="ADAL" clId="{07072C4A-42DD-5720-86A8-E3A7D67E6347}" dt="2026-09-30T12:19:45.464" v="28398"/>
          <ac:spMkLst>
            <pc:docMk/>
            <pc:sldMk cId="1666395384" sldId="743"/>
            <ac:spMk id="21" creationId="{2F552D6A-7A5D-8FDF-2324-93A86370EA3D}"/>
          </ac:spMkLst>
        </pc:spChg>
        <pc:spChg chg="mod">
          <ac:chgData name="Chapman, Stephen" userId="31a87834-901a-4691-a691-bf491053d09a" providerId="ADAL" clId="{07072C4A-42DD-5720-86A8-E3A7D67E6347}" dt="2026-09-30T12:20:24.610" v="28410" actId="20577"/>
          <ac:spMkLst>
            <pc:docMk/>
            <pc:sldMk cId="1666395384" sldId="743"/>
            <ac:spMk id="22" creationId="{AF4248E2-F7EB-5126-A22B-68EB64343B77}"/>
          </ac:spMkLst>
        </pc:spChg>
        <pc:spChg chg="mod">
          <ac:chgData name="Chapman, Stephen" userId="31a87834-901a-4691-a691-bf491053d09a" providerId="ADAL" clId="{07072C4A-42DD-5720-86A8-E3A7D67E6347}" dt="2026-09-30T12:20:26.301" v="28411" actId="20577"/>
          <ac:spMkLst>
            <pc:docMk/>
            <pc:sldMk cId="1666395384" sldId="743"/>
            <ac:spMk id="23" creationId="{A3E9935E-6340-9D6F-EC7C-61F938E385CB}"/>
          </ac:spMkLst>
        </pc:spChg>
        <pc:spChg chg="mod">
          <ac:chgData name="Chapman, Stephen" userId="31a87834-901a-4691-a691-bf491053d09a" providerId="ADAL" clId="{07072C4A-42DD-5720-86A8-E3A7D67E6347}" dt="2026-09-30T12:20:28.520" v="28412" actId="20577"/>
          <ac:spMkLst>
            <pc:docMk/>
            <pc:sldMk cId="1666395384" sldId="743"/>
            <ac:spMk id="24" creationId="{94B282EA-B6B2-D4FF-98D6-C28E7A391EF4}"/>
          </ac:spMkLst>
        </pc:spChg>
        <pc:spChg chg="mod">
          <ac:chgData name="Chapman, Stephen" userId="31a87834-901a-4691-a691-bf491053d09a" providerId="ADAL" clId="{07072C4A-42DD-5720-86A8-E3A7D67E6347}" dt="2026-09-30T12:20:30.504" v="28413" actId="20577"/>
          <ac:spMkLst>
            <pc:docMk/>
            <pc:sldMk cId="1666395384" sldId="743"/>
            <ac:spMk id="25" creationId="{57147A9B-0F7C-026E-2EF5-3397CF07A756}"/>
          </ac:spMkLst>
        </pc:spChg>
        <pc:spChg chg="mod">
          <ac:chgData name="Chapman, Stephen" userId="31a87834-901a-4691-a691-bf491053d09a" providerId="ADAL" clId="{07072C4A-42DD-5720-86A8-E3A7D67E6347}" dt="2026-09-30T12:20:32.949" v="28414" actId="20577"/>
          <ac:spMkLst>
            <pc:docMk/>
            <pc:sldMk cId="1666395384" sldId="743"/>
            <ac:spMk id="26" creationId="{18FDE187-8652-17E2-BEF4-E35855E1E838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30" creationId="{EFBC93AF-AD7B-6603-84A3-BFD9B64FD88C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37" creationId="{5C01FAC8-EA09-64B7-0EF0-1BA873CA3FE3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42" creationId="{A5126848-4905-8BBC-1939-1121D41024F0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44" creationId="{78ADB2C5-BEE5-FCBD-8B08-5DB7FADEECA8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53" creationId="{F74E9D8E-4B63-2B87-A39E-1BEB630F2710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56" creationId="{8E204D28-F99D-B45F-9CBA-4252090AF2AB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58" creationId="{1F291340-E60E-E2FD-E29C-07C8918DE5B3}"/>
          </ac:spMkLst>
        </pc:spChg>
        <pc:spChg chg="mod">
          <ac:chgData name="Chapman, Stephen" userId="31a87834-901a-4691-a691-bf491053d09a" providerId="ADAL" clId="{07072C4A-42DD-5720-86A8-E3A7D67E6347}" dt="2026-09-30T12:24:46.711" v="28524" actId="1076"/>
          <ac:spMkLst>
            <pc:docMk/>
            <pc:sldMk cId="1666395384" sldId="743"/>
            <ac:spMk id="59" creationId="{1FF9EF8B-83FB-5547-88FA-322E6282D95F}"/>
          </ac:spMkLst>
        </pc:spChg>
        <pc:spChg chg="mod">
          <ac:chgData name="Chapman, Stephen" userId="31a87834-901a-4691-a691-bf491053d09a" providerId="ADAL" clId="{07072C4A-42DD-5720-86A8-E3A7D67E6347}" dt="2026-09-30T12:20:01.768" v="28400"/>
          <ac:spMkLst>
            <pc:docMk/>
            <pc:sldMk cId="1666395384" sldId="743"/>
            <ac:spMk id="62" creationId="{829CDB50-F2C9-FAC4-629D-06B770FDA1F6}"/>
          </ac:spMkLst>
        </pc:spChg>
        <pc:spChg chg="mod">
          <ac:chgData name="Chapman, Stephen" userId="31a87834-901a-4691-a691-bf491053d09a" providerId="ADAL" clId="{07072C4A-42DD-5720-86A8-E3A7D67E6347}" dt="2026-09-30T12:20:04.705" v="28401" actId="1076"/>
          <ac:spMkLst>
            <pc:docMk/>
            <pc:sldMk cId="1666395384" sldId="743"/>
            <ac:spMk id="68" creationId="{EC16E9BA-FC9C-F079-6C3B-68C978B73C98}"/>
          </ac:spMkLst>
        </pc:spChg>
        <pc:spChg chg="mod">
          <ac:chgData name="Chapman, Stephen" userId="31a87834-901a-4691-a691-bf491053d09a" providerId="ADAL" clId="{07072C4A-42DD-5720-86A8-E3A7D67E6347}" dt="2026-09-30T12:20:04.705" v="28401" actId="1076"/>
          <ac:spMkLst>
            <pc:docMk/>
            <pc:sldMk cId="1666395384" sldId="743"/>
            <ac:spMk id="69" creationId="{0FC8BC66-45CB-51CA-E0F4-60CE710316E6}"/>
          </ac:spMkLst>
        </pc:spChg>
        <pc:grpChg chg="mod">
          <ac:chgData name="Chapman, Stephen" userId="31a87834-901a-4691-a691-bf491053d09a" providerId="ADAL" clId="{07072C4A-42DD-5720-86A8-E3A7D67E6347}" dt="2026-09-30T12:20:07.069" v="28402" actId="1076"/>
          <ac:grpSpMkLst>
            <pc:docMk/>
            <pc:sldMk cId="1666395384" sldId="743"/>
            <ac:grpSpMk id="5" creationId="{CBF7B9BF-38A0-2EAE-DDA7-0942D908B1EF}"/>
          </ac:grpSpMkLst>
        </pc:grpChg>
        <pc:grpChg chg="mod">
          <ac:chgData name="Chapman, Stephen" userId="31a87834-901a-4691-a691-bf491053d09a" providerId="ADAL" clId="{07072C4A-42DD-5720-86A8-E3A7D67E6347}" dt="2026-09-30T12:34:21.147" v="28548" actId="1076"/>
          <ac:grpSpMkLst>
            <pc:docMk/>
            <pc:sldMk cId="1666395384" sldId="743"/>
            <ac:grpSpMk id="16" creationId="{C8D0446A-4149-6D65-05E6-08F402E33D41}"/>
          </ac:grpSpMkLst>
        </pc:grpChg>
        <pc:grpChg chg="mod">
          <ac:chgData name="Chapman, Stephen" userId="31a87834-901a-4691-a691-bf491053d09a" providerId="ADAL" clId="{07072C4A-42DD-5720-86A8-E3A7D67E6347}" dt="2026-09-30T12:20:04.705" v="28401" actId="1076"/>
          <ac:grpSpMkLst>
            <pc:docMk/>
            <pc:sldMk cId="1666395384" sldId="743"/>
            <ac:grpSpMk id="27" creationId="{1172A190-A10D-D5E7-8BF8-18892599F1A2}"/>
          </ac:grpSpMkLst>
        </pc:grpChg>
        <pc:cxnChg chg="add del mod">
          <ac:chgData name="Chapman, Stephen" userId="31a87834-901a-4691-a691-bf491053d09a" providerId="ADAL" clId="{07072C4A-42DD-5720-86A8-E3A7D67E6347}" dt="2026-09-30T12:43:34.204" v="28563" actId="692"/>
          <ac:cxnSpMkLst>
            <pc:docMk/>
            <pc:sldMk cId="1666395384" sldId="743"/>
            <ac:cxnSpMk id="40" creationId="{57F6E8C8-53EC-4DC5-F623-804DF0C48753}"/>
          </ac:cxnSpMkLst>
        </pc:cxnChg>
        <pc:cxnChg chg="mod">
          <ac:chgData name="Chapman, Stephen" userId="31a87834-901a-4691-a691-bf491053d09a" providerId="ADAL" clId="{07072C4A-42DD-5720-86A8-E3A7D67E6347}" dt="2026-09-30T12:23:52.846" v="28505" actId="692"/>
          <ac:cxnSpMkLst>
            <pc:docMk/>
            <pc:sldMk cId="1666395384" sldId="743"/>
            <ac:cxnSpMk id="46" creationId="{43D1BBB9-ED3B-3139-12DB-7D1F008FCD39}"/>
          </ac:cxnSpMkLst>
        </pc:cxnChg>
        <pc:cxnChg chg="mod">
          <ac:chgData name="Chapman, Stephen" userId="31a87834-901a-4691-a691-bf491053d09a" providerId="ADAL" clId="{07072C4A-42DD-5720-86A8-E3A7D67E6347}" dt="2026-09-30T12:24:41.275" v="28523" actId="692"/>
          <ac:cxnSpMkLst>
            <pc:docMk/>
            <pc:sldMk cId="1666395384" sldId="743"/>
            <ac:cxnSpMk id="47" creationId="{81A93844-54E6-6E8E-FC7E-D66E67900DE8}"/>
          </ac:cxnSpMkLst>
        </pc:cxnChg>
        <pc:cxnChg chg="mod">
          <ac:chgData name="Chapman, Stephen" userId="31a87834-901a-4691-a691-bf491053d09a" providerId="ADAL" clId="{07072C4A-42DD-5720-86A8-E3A7D67E6347}" dt="2026-09-30T12:25:13.682" v="28547" actId="692"/>
          <ac:cxnSpMkLst>
            <pc:docMk/>
            <pc:sldMk cId="1666395384" sldId="743"/>
            <ac:cxnSpMk id="48" creationId="{F2297B7E-28D7-2811-96B7-063D5D6A33E4}"/>
          </ac:cxnSpMkLst>
        </pc:cxnChg>
        <pc:cxnChg chg="mod">
          <ac:chgData name="Chapman, Stephen" userId="31a87834-901a-4691-a691-bf491053d09a" providerId="ADAL" clId="{07072C4A-42DD-5720-86A8-E3A7D67E6347}" dt="2026-09-30T12:24:24.681" v="28515" actId="692"/>
          <ac:cxnSpMkLst>
            <pc:docMk/>
            <pc:sldMk cId="1666395384" sldId="743"/>
            <ac:cxnSpMk id="49" creationId="{FF976518-154A-A667-2986-035EEFADDA31}"/>
          </ac:cxnSpMkLst>
        </pc:cxnChg>
        <pc:cxnChg chg="mod">
          <ac:chgData name="Chapman, Stephen" userId="31a87834-901a-4691-a691-bf491053d09a" providerId="ADAL" clId="{07072C4A-42DD-5720-86A8-E3A7D67E6347}" dt="2026-09-30T12:44:02.771" v="28578" actId="692"/>
          <ac:cxnSpMkLst>
            <pc:docMk/>
            <pc:sldMk cId="1666395384" sldId="743"/>
            <ac:cxnSpMk id="50" creationId="{7CAB4AEC-D4C8-C58A-B4A4-0BE65D9EF321}"/>
          </ac:cxnSpMkLst>
        </pc:cxnChg>
        <pc:cxnChg chg="mod">
          <ac:chgData name="Chapman, Stephen" userId="31a87834-901a-4691-a691-bf491053d09a" providerId="ADAL" clId="{07072C4A-42DD-5720-86A8-E3A7D67E6347}" dt="2026-09-30T12:44:11.205" v="28586" actId="692"/>
          <ac:cxnSpMkLst>
            <pc:docMk/>
            <pc:sldMk cId="1666395384" sldId="743"/>
            <ac:cxnSpMk id="55" creationId="{9A7F696B-CB0B-BF0D-0E67-6C5FE5CEE05D}"/>
          </ac:cxnSpMkLst>
        </pc:cxnChg>
      </pc:sldChg>
      <pc:sldChg chg="addSp modSp add mod">
        <pc:chgData name="Chapman, Stephen" userId="31a87834-901a-4691-a691-bf491053d09a" providerId="ADAL" clId="{07072C4A-42DD-5720-86A8-E3A7D67E6347}" dt="2026-10-08T11:44:11.093" v="32633" actId="113"/>
        <pc:sldMkLst>
          <pc:docMk/>
          <pc:sldMk cId="2920901661" sldId="744"/>
        </pc:sldMkLst>
        <pc:spChg chg="mod">
          <ac:chgData name="Chapman, Stephen" userId="31a87834-901a-4691-a691-bf491053d09a" providerId="ADAL" clId="{07072C4A-42DD-5720-86A8-E3A7D67E6347}" dt="2026-10-06T20:03:48.277" v="31611" actId="14100"/>
          <ac:spMkLst>
            <pc:docMk/>
            <pc:sldMk cId="2920901661" sldId="744"/>
            <ac:spMk id="2" creationId="{CD344DB5-8FCE-4616-548D-5A0D97D54F42}"/>
          </ac:spMkLst>
        </pc:spChg>
        <pc:spChg chg="mod">
          <ac:chgData name="Chapman, Stephen" userId="31a87834-901a-4691-a691-bf491053d09a" providerId="ADAL" clId="{07072C4A-42DD-5720-86A8-E3A7D67E6347}" dt="2026-10-08T11:44:11.093" v="32633" actId="113"/>
          <ac:spMkLst>
            <pc:docMk/>
            <pc:sldMk cId="2920901661" sldId="744"/>
            <ac:spMk id="3" creationId="{331B248A-09E3-EEB4-15A5-B49C23303064}"/>
          </ac:spMkLst>
        </pc:spChg>
        <pc:spChg chg="add mod">
          <ac:chgData name="Chapman, Stephen" userId="31a87834-901a-4691-a691-bf491053d09a" providerId="ADAL" clId="{07072C4A-42DD-5720-86A8-E3A7D67E6347}" dt="2026-09-30T12:57:50.039" v="28695" actId="20577"/>
          <ac:spMkLst>
            <pc:docMk/>
            <pc:sldMk cId="2920901661" sldId="744"/>
            <ac:spMk id="4" creationId="{CECE04FF-A8B0-1130-EAC8-D930881AA65F}"/>
          </ac:spMkLst>
        </pc:spChg>
      </pc:sldChg>
      <pc:sldChg chg="addSp delSp modSp add mod">
        <pc:chgData name="Chapman, Stephen" userId="31a87834-901a-4691-a691-bf491053d09a" providerId="ADAL" clId="{07072C4A-42DD-5720-86A8-E3A7D67E6347}" dt="2026-09-30T12:50:38.614" v="28619" actId="1076"/>
        <pc:sldMkLst>
          <pc:docMk/>
          <pc:sldMk cId="2118320613" sldId="745"/>
        </pc:sldMkLst>
        <pc:spChg chg="mod">
          <ac:chgData name="Chapman, Stephen" userId="31a87834-901a-4691-a691-bf491053d09a" providerId="ADAL" clId="{07072C4A-42DD-5720-86A8-E3A7D67E6347}" dt="2026-09-16T09:11:27.745" v="25486" actId="20577"/>
          <ac:spMkLst>
            <pc:docMk/>
            <pc:sldMk cId="2118320613" sldId="745"/>
            <ac:spMk id="2" creationId="{4B02D316-F25A-A834-0D1B-670A974109A5}"/>
          </ac:spMkLst>
        </pc:spChg>
        <pc:spChg chg="add mod">
          <ac:chgData name="Chapman, Stephen" userId="31a87834-901a-4691-a691-bf491053d09a" providerId="ADAL" clId="{07072C4A-42DD-5720-86A8-E3A7D67E6347}" dt="2026-09-30T12:50:38.614" v="28619" actId="1076"/>
          <ac:spMkLst>
            <pc:docMk/>
            <pc:sldMk cId="2118320613" sldId="745"/>
            <ac:spMk id="3" creationId="{1902FEB2-1F2B-38DD-0300-EE89E6BD1E98}"/>
          </ac:spMkLst>
        </pc:spChg>
        <pc:spChg chg="mod topLvl">
          <ac:chgData name="Chapman, Stephen" userId="31a87834-901a-4691-a691-bf491053d09a" providerId="ADAL" clId="{07072C4A-42DD-5720-86A8-E3A7D67E6347}" dt="2026-09-15T15:31:13.062" v="24236" actId="164"/>
          <ac:spMkLst>
            <pc:docMk/>
            <pc:sldMk cId="2118320613" sldId="745"/>
            <ac:spMk id="6" creationId="{AB4B5D7D-8681-F390-664A-06818C7AEDBA}"/>
          </ac:spMkLst>
        </pc:spChg>
        <pc:spChg chg="mod">
          <ac:chgData name="Chapman, Stephen" userId="31a87834-901a-4691-a691-bf491053d09a" providerId="ADAL" clId="{07072C4A-42DD-5720-86A8-E3A7D67E6347}" dt="2026-09-15T15:31:13.062" v="24236" actId="164"/>
          <ac:spMkLst>
            <pc:docMk/>
            <pc:sldMk cId="2118320613" sldId="745"/>
            <ac:spMk id="7" creationId="{7BBD50F4-BB55-2714-A8FC-3783B0EEC7A0}"/>
          </ac:spMkLst>
        </pc:spChg>
        <pc:spChg chg="mod">
          <ac:chgData name="Chapman, Stephen" userId="31a87834-901a-4691-a691-bf491053d09a" providerId="ADAL" clId="{07072C4A-42DD-5720-86A8-E3A7D67E6347}" dt="2026-09-15T15:31:13.062" v="24236" actId="164"/>
          <ac:spMkLst>
            <pc:docMk/>
            <pc:sldMk cId="2118320613" sldId="745"/>
            <ac:spMk id="10" creationId="{21A138C6-290D-4E2A-CB08-5EE85D34E5F0}"/>
          </ac:spMkLst>
        </pc:spChg>
        <pc:spChg chg="mod">
          <ac:chgData name="Chapman, Stephen" userId="31a87834-901a-4691-a691-bf491053d09a" providerId="ADAL" clId="{07072C4A-42DD-5720-86A8-E3A7D67E6347}" dt="2026-09-15T15:31:13.062" v="24236" actId="164"/>
          <ac:spMkLst>
            <pc:docMk/>
            <pc:sldMk cId="2118320613" sldId="745"/>
            <ac:spMk id="13" creationId="{CBDD0874-3766-1B13-2382-6FA1C06EB3B8}"/>
          </ac:spMkLst>
        </pc:spChg>
        <pc:spChg chg="mod topLvl">
          <ac:chgData name="Chapman, Stephen" userId="31a87834-901a-4691-a691-bf491053d09a" providerId="ADAL" clId="{07072C4A-42DD-5720-86A8-E3A7D67E6347}" dt="2026-09-15T15:31:13.062" v="24236" actId="164"/>
          <ac:spMkLst>
            <pc:docMk/>
            <pc:sldMk cId="2118320613" sldId="745"/>
            <ac:spMk id="14" creationId="{C67AA85A-6806-131E-F425-CD37C714A45F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18" creationId="{422D5A80-0A50-24C5-4969-02A849F24E76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1" creationId="{757FEB33-ABFB-EA99-8F4C-DD0CE96165E1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5" creationId="{1A3AAE06-3D3A-AECE-8FCD-0EDC53E1C5EC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6" creationId="{E009178D-FB6E-70A9-23B2-FE25BD1BFBF4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7" creationId="{FEB662DB-2374-AAC3-FDFC-3F7B4B668367}"/>
          </ac:spMkLst>
        </pc:spChg>
        <pc:spChg chg="mod topLvl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8" creationId="{F94E1D46-2552-3FBA-D95B-C66427264E27}"/>
          </ac:spMkLst>
        </pc:spChg>
        <pc:spChg chg="mod topLvl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29" creationId="{DA5DB408-F1D4-DA77-E68F-B1794A7FBFFB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32" creationId="{301A0409-D23B-119B-D832-9BED55D43A73}"/>
          </ac:spMkLst>
        </pc:spChg>
        <pc:spChg chg="mod topLvl">
          <ac:chgData name="Chapman, Stephen" userId="31a87834-901a-4691-a691-bf491053d09a" providerId="ADAL" clId="{07072C4A-42DD-5720-86A8-E3A7D67E6347}" dt="2026-09-30T12:46:05.771" v="28600" actId="692"/>
          <ac:spMkLst>
            <pc:docMk/>
            <pc:sldMk cId="2118320613" sldId="745"/>
            <ac:spMk id="35" creationId="{3229704B-6D44-D026-A2DF-0EE8265D5471}"/>
          </ac:spMkLst>
        </pc:spChg>
        <pc:spChg chg="mod">
          <ac:chgData name="Chapman, Stephen" userId="31a87834-901a-4691-a691-bf491053d09a" providerId="ADAL" clId="{07072C4A-42DD-5720-86A8-E3A7D67E6347}" dt="2026-09-15T15:31:05.034" v="24234" actId="164"/>
          <ac:spMkLst>
            <pc:docMk/>
            <pc:sldMk cId="2118320613" sldId="745"/>
            <ac:spMk id="38" creationId="{B76DCCF1-56E5-392C-473B-E8B7208A51C8}"/>
          </ac:spMkLst>
        </pc:spChg>
        <pc:spChg chg="mod">
          <ac:chgData name="Chapman, Stephen" userId="31a87834-901a-4691-a691-bf491053d09a" providerId="ADAL" clId="{07072C4A-42DD-5720-86A8-E3A7D67E6347}" dt="2026-09-15T15:30:58.689" v="24233" actId="165"/>
          <ac:spMkLst>
            <pc:docMk/>
            <pc:sldMk cId="2118320613" sldId="745"/>
            <ac:spMk id="43" creationId="{16257970-8256-4A1B-8B67-5E421CD80A23}"/>
          </ac:spMkLst>
        </pc:spChg>
        <pc:spChg chg="mod">
          <ac:chgData name="Chapman, Stephen" userId="31a87834-901a-4691-a691-bf491053d09a" providerId="ADAL" clId="{07072C4A-42DD-5720-86A8-E3A7D67E6347}" dt="2026-09-15T15:30:58.689" v="24233" actId="165"/>
          <ac:spMkLst>
            <pc:docMk/>
            <pc:sldMk cId="2118320613" sldId="745"/>
            <ac:spMk id="54" creationId="{369864CC-D2F9-C31B-8036-55324F9F5B9E}"/>
          </ac:spMkLst>
        </pc:spChg>
        <pc:spChg chg="mod">
          <ac:chgData name="Chapman, Stephen" userId="31a87834-901a-4691-a691-bf491053d09a" providerId="ADAL" clId="{07072C4A-42DD-5720-86A8-E3A7D67E6347}" dt="2026-09-15T15:30:58.689" v="24233" actId="165"/>
          <ac:spMkLst>
            <pc:docMk/>
            <pc:sldMk cId="2118320613" sldId="745"/>
            <ac:spMk id="55" creationId="{0069C364-09F3-1B45-CF96-223CF71E5A1E}"/>
          </ac:spMkLst>
        </pc:spChg>
        <pc:spChg chg="mod">
          <ac:chgData name="Chapman, Stephen" userId="31a87834-901a-4691-a691-bf491053d09a" providerId="ADAL" clId="{07072C4A-42DD-5720-86A8-E3A7D67E6347}" dt="2026-09-15T15:30:58.689" v="24233" actId="165"/>
          <ac:spMkLst>
            <pc:docMk/>
            <pc:sldMk cId="2118320613" sldId="745"/>
            <ac:spMk id="59" creationId="{B63B57F0-0544-CCC2-5351-438363293E80}"/>
          </ac:spMkLst>
        </pc:spChg>
        <pc:spChg chg="mod">
          <ac:chgData name="Chapman, Stephen" userId="31a87834-901a-4691-a691-bf491053d09a" providerId="ADAL" clId="{07072C4A-42DD-5720-86A8-E3A7D67E6347}" dt="2026-09-15T15:30:58.689" v="24233" actId="165"/>
          <ac:spMkLst>
            <pc:docMk/>
            <pc:sldMk cId="2118320613" sldId="745"/>
            <ac:spMk id="64" creationId="{BED8537D-1435-34B7-B034-A91A4238A59A}"/>
          </ac:spMkLst>
        </pc:spChg>
        <pc:spChg chg="add mod">
          <ac:chgData name="Chapman, Stephen" userId="31a87834-901a-4691-a691-bf491053d09a" providerId="ADAL" clId="{07072C4A-42DD-5720-86A8-E3A7D67E6347}" dt="2026-09-30T12:47:05.181" v="28603" actId="20577"/>
          <ac:spMkLst>
            <pc:docMk/>
            <pc:sldMk cId="2118320613" sldId="745"/>
            <ac:spMk id="70" creationId="{A8B3458A-0938-1A9D-6E6B-6A4EBCDE6558}"/>
          </ac:spMkLst>
        </pc:spChg>
        <pc:spChg chg="add mod">
          <ac:chgData name="Chapman, Stephen" userId="31a87834-901a-4691-a691-bf491053d09a" providerId="ADAL" clId="{07072C4A-42DD-5720-86A8-E3A7D67E6347}" dt="2026-09-16T09:13:46.322" v="25499" actId="1076"/>
          <ac:spMkLst>
            <pc:docMk/>
            <pc:sldMk cId="2118320613" sldId="745"/>
            <ac:spMk id="73" creationId="{0907E7A2-1A64-335B-D22A-C91DCBB07272}"/>
          </ac:spMkLst>
        </pc:spChg>
        <pc:spChg chg="add mod">
          <ac:chgData name="Chapman, Stephen" userId="31a87834-901a-4691-a691-bf491053d09a" providerId="ADAL" clId="{07072C4A-42DD-5720-86A8-E3A7D67E6347}" dt="2026-09-16T09:13:54.209" v="25501" actId="1076"/>
          <ac:spMkLst>
            <pc:docMk/>
            <pc:sldMk cId="2118320613" sldId="745"/>
            <ac:spMk id="74" creationId="{0296DA90-FB26-158E-F81B-6DEBD49AA48A}"/>
          </ac:spMkLst>
        </pc:spChg>
        <pc:spChg chg="add mod">
          <ac:chgData name="Chapman, Stephen" userId="31a87834-901a-4691-a691-bf491053d09a" providerId="ADAL" clId="{07072C4A-42DD-5720-86A8-E3A7D67E6347}" dt="2026-09-16T09:14:31.765" v="25504" actId="207"/>
          <ac:spMkLst>
            <pc:docMk/>
            <pc:sldMk cId="2118320613" sldId="745"/>
            <ac:spMk id="75" creationId="{EE5E2119-9496-1F52-9AD0-15EA9D4A978E}"/>
          </ac:spMkLst>
        </pc:spChg>
        <pc:spChg chg="add mod">
          <ac:chgData name="Chapman, Stephen" userId="31a87834-901a-4691-a691-bf491053d09a" providerId="ADAL" clId="{07072C4A-42DD-5720-86A8-E3A7D67E6347}" dt="2026-09-16T09:19:17.961" v="25594" actId="20577"/>
          <ac:spMkLst>
            <pc:docMk/>
            <pc:sldMk cId="2118320613" sldId="745"/>
            <ac:spMk id="76" creationId="{88371B5E-35BC-CFB7-7176-A7E40346E597}"/>
          </ac:spMkLst>
        </pc:spChg>
        <pc:spChg chg="add mod">
          <ac:chgData name="Chapman, Stephen" userId="31a87834-901a-4691-a691-bf491053d09a" providerId="ADAL" clId="{07072C4A-42DD-5720-86A8-E3A7D67E6347}" dt="2026-09-16T09:21:14.184" v="25762" actId="1076"/>
          <ac:spMkLst>
            <pc:docMk/>
            <pc:sldMk cId="2118320613" sldId="745"/>
            <ac:spMk id="84" creationId="{336355DB-4F10-F449-9017-E8AED8FFA0C9}"/>
          </ac:spMkLst>
        </pc:spChg>
        <pc:spChg chg="add mod">
          <ac:chgData name="Chapman, Stephen" userId="31a87834-901a-4691-a691-bf491053d09a" providerId="ADAL" clId="{07072C4A-42DD-5720-86A8-E3A7D67E6347}" dt="2026-09-16T09:21:14.184" v="25762" actId="1076"/>
          <ac:spMkLst>
            <pc:docMk/>
            <pc:sldMk cId="2118320613" sldId="745"/>
            <ac:spMk id="85" creationId="{164E8BBA-25D5-F571-6122-2785E1BCC4B9}"/>
          </ac:spMkLst>
        </pc:spChg>
        <pc:grpChg chg="mod">
          <ac:chgData name="Chapman, Stephen" userId="31a87834-901a-4691-a691-bf491053d09a" providerId="ADAL" clId="{07072C4A-42DD-5720-86A8-E3A7D67E6347}" dt="2026-09-15T15:31:13.062" v="24236" actId="164"/>
          <ac:grpSpMkLst>
            <pc:docMk/>
            <pc:sldMk cId="2118320613" sldId="745"/>
            <ac:grpSpMk id="5" creationId="{81E15092-7921-CE7F-E15F-85171217425C}"/>
          </ac:grpSpMkLst>
        </pc:grpChg>
        <pc:grpChg chg="mod">
          <ac:chgData name="Chapman, Stephen" userId="31a87834-901a-4691-a691-bf491053d09a" providerId="ADAL" clId="{07072C4A-42DD-5720-86A8-E3A7D67E6347}" dt="2026-09-15T15:31:22.690" v="24238" actId="1076"/>
          <ac:grpSpMkLst>
            <pc:docMk/>
            <pc:sldMk cId="2118320613" sldId="745"/>
            <ac:grpSpMk id="65" creationId="{488CEA14-9D3B-8540-900F-CD64844516A7}"/>
          </ac:grpSpMkLst>
        </pc:grpChg>
        <pc:grpChg chg="add mod">
          <ac:chgData name="Chapman, Stephen" userId="31a87834-901a-4691-a691-bf491053d09a" providerId="ADAL" clId="{07072C4A-42DD-5720-86A8-E3A7D67E6347}" dt="2026-09-16T09:08:28.388" v="25456" actId="1076"/>
          <ac:grpSpMkLst>
            <pc:docMk/>
            <pc:sldMk cId="2118320613" sldId="745"/>
            <ac:grpSpMk id="66" creationId="{1F98B438-24E8-CB92-D055-1D925FDADC6F}"/>
          </ac:grpSpMkLst>
        </pc:grp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8" creationId="{7E02F5C9-4A9C-64B1-0F12-F6983D25AFC0}"/>
          </ac:cxnSpMkLst>
        </pc:cxnChg>
        <pc:cxnChg chg="mod">
          <ac:chgData name="Chapman, Stephen" userId="31a87834-901a-4691-a691-bf491053d09a" providerId="ADAL" clId="{07072C4A-42DD-5720-86A8-E3A7D67E6347}" dt="2026-09-15T15:31:13.062" v="24236" actId="164"/>
          <ac:cxnSpMkLst>
            <pc:docMk/>
            <pc:sldMk cId="2118320613" sldId="745"/>
            <ac:cxnSpMk id="9" creationId="{21791F60-42E1-5F46-4863-CE3841BD74D6}"/>
          </ac:cxnSpMkLst>
        </pc:cxnChg>
        <pc:cxnChg chg="mod">
          <ac:chgData name="Chapman, Stephen" userId="31a87834-901a-4691-a691-bf491053d09a" providerId="ADAL" clId="{07072C4A-42DD-5720-86A8-E3A7D67E6347}" dt="2026-09-15T15:31:13.062" v="24236" actId="164"/>
          <ac:cxnSpMkLst>
            <pc:docMk/>
            <pc:sldMk cId="2118320613" sldId="745"/>
            <ac:cxnSpMk id="11" creationId="{97D96D70-E6D8-99BA-4051-5CDF49D75173}"/>
          </ac:cxnSpMkLst>
        </pc:cxnChg>
        <pc:cxnChg chg="mod">
          <ac:chgData name="Chapman, Stephen" userId="31a87834-901a-4691-a691-bf491053d09a" providerId="ADAL" clId="{07072C4A-42DD-5720-86A8-E3A7D67E6347}" dt="2026-09-15T15:31:13.062" v="24236" actId="164"/>
          <ac:cxnSpMkLst>
            <pc:docMk/>
            <pc:sldMk cId="2118320613" sldId="745"/>
            <ac:cxnSpMk id="15" creationId="{E308EF78-1DC3-385B-C1D2-E4D6736D81D7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42" creationId="{47380F80-E96A-5047-6911-335461AA187E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48" creationId="{1F816A3B-5788-944E-BF94-AB7D2A8FFC20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49" creationId="{AB0316BA-964C-0D3A-42DB-00F267785066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50" creationId="{A1E6774F-906E-89B6-2DD2-C503E2982328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51" creationId="{11F3C5A1-C406-72F6-9898-029856A09958}"/>
          </ac:cxnSpMkLst>
        </pc:cxnChg>
        <pc:cxnChg chg="mod">
          <ac:chgData name="Chapman, Stephen" userId="31a87834-901a-4691-a691-bf491053d09a" providerId="ADAL" clId="{07072C4A-42DD-5720-86A8-E3A7D67E6347}" dt="2026-09-15T15:29:47.834" v="24220" actId="478"/>
          <ac:cxnSpMkLst>
            <pc:docMk/>
            <pc:sldMk cId="2118320613" sldId="745"/>
            <ac:cxnSpMk id="52" creationId="{3233AB6A-4492-15B1-9DBC-1904D78CDB41}"/>
          </ac:cxnSpMkLst>
        </pc:cxnChg>
        <pc:cxnChg chg="add mod">
          <ac:chgData name="Chapman, Stephen" userId="31a87834-901a-4691-a691-bf491053d09a" providerId="ADAL" clId="{07072C4A-42DD-5720-86A8-E3A7D67E6347}" dt="2026-09-16T09:16:22.863" v="25545" actId="14100"/>
          <ac:cxnSpMkLst>
            <pc:docMk/>
            <pc:sldMk cId="2118320613" sldId="745"/>
            <ac:cxnSpMk id="81" creationId="{76DC5703-4710-F0B4-B95E-5CFA487E21E0}"/>
          </ac:cxnSpMkLst>
        </pc:cxnChg>
      </pc:sldChg>
      <pc:sldChg chg="addSp delSp modSp add mod">
        <pc:chgData name="Chapman, Stephen" userId="31a87834-901a-4691-a691-bf491053d09a" providerId="ADAL" clId="{07072C4A-42DD-5720-86A8-E3A7D67E6347}" dt="2026-10-09T11:48:42.361" v="33088"/>
        <pc:sldMkLst>
          <pc:docMk/>
          <pc:sldMk cId="1539519039" sldId="746"/>
        </pc:sldMkLst>
        <pc:spChg chg="mod">
          <ac:chgData name="Chapman, Stephen" userId="31a87834-901a-4691-a691-bf491053d09a" providerId="ADAL" clId="{07072C4A-42DD-5720-86A8-E3A7D67E6347}" dt="2026-10-09T11:48:37.372" v="33086" actId="20577"/>
          <ac:spMkLst>
            <pc:docMk/>
            <pc:sldMk cId="1539519039" sldId="746"/>
            <ac:spMk id="2" creationId="{C323F85A-A992-FF7C-CCE5-3697F54DBB48}"/>
          </ac:spMkLst>
        </pc:spChg>
        <pc:spChg chg="add mod">
          <ac:chgData name="Chapman, Stephen" userId="31a87834-901a-4691-a691-bf491053d09a" providerId="ADAL" clId="{07072C4A-42DD-5720-86A8-E3A7D67E6347}" dt="2026-09-16T09:13:17.014" v="25495" actId="207"/>
          <ac:spMkLst>
            <pc:docMk/>
            <pc:sldMk cId="1539519039" sldId="746"/>
            <ac:spMk id="3" creationId="{168848E4-65A9-B79C-92B7-34C7CC7688AF}"/>
          </ac:spMkLst>
        </pc:spChg>
        <pc:spChg chg="add mod">
          <ac:chgData name="Chapman, Stephen" userId="31a87834-901a-4691-a691-bf491053d09a" providerId="ADAL" clId="{07072C4A-42DD-5720-86A8-E3A7D67E6347}" dt="2026-09-16T09:21:02.141" v="25760"/>
          <ac:spMkLst>
            <pc:docMk/>
            <pc:sldMk cId="1539519039" sldId="746"/>
            <ac:spMk id="7" creationId="{13160CB0-5D25-7B2A-7F00-B603CC23449B}"/>
          </ac:spMkLst>
        </pc:spChg>
        <pc:spChg chg="add mod">
          <ac:chgData name="Chapman, Stephen" userId="31a87834-901a-4691-a691-bf491053d09a" providerId="ADAL" clId="{07072C4A-42DD-5720-86A8-E3A7D67E6347}" dt="2026-09-16T09:21:02.141" v="25760"/>
          <ac:spMkLst>
            <pc:docMk/>
            <pc:sldMk cId="1539519039" sldId="746"/>
            <ac:spMk id="9" creationId="{4849BB17-64BB-DD33-4D6C-70DE3A34F0BC}"/>
          </ac:spMkLst>
        </pc:spChg>
        <pc:spChg chg="add mod">
          <ac:chgData name="Chapman, Stephen" userId="31a87834-901a-4691-a691-bf491053d09a" providerId="ADAL" clId="{07072C4A-42DD-5720-86A8-E3A7D67E6347}" dt="2026-10-09T11:48:42.361" v="33088"/>
          <ac:spMkLst>
            <pc:docMk/>
            <pc:sldMk cId="1539519039" sldId="746"/>
            <ac:spMk id="10" creationId="{B5C2EFB0-BE50-A738-025C-E2820D4B1CD4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61" creationId="{2E5E89D3-7DE8-7CBD-8796-545958931A9E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78" creationId="{8163F010-D31E-83FC-1989-8363C692D7CE}"/>
          </ac:spMkLst>
        </pc:spChg>
        <pc:spChg chg="mod">
          <ac:chgData name="Chapman, Stephen" userId="31a87834-901a-4691-a691-bf491053d09a" providerId="ADAL" clId="{07072C4A-42DD-5720-86A8-E3A7D67E6347}" dt="2026-09-30T12:48:00.991" v="28617" actId="692"/>
          <ac:spMkLst>
            <pc:docMk/>
            <pc:sldMk cId="1539519039" sldId="746"/>
            <ac:spMk id="89" creationId="{2A9ECC6A-C97F-FBD1-67E9-AD7F7F558524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93" creationId="{5480812E-E8F8-82A8-7290-46447DBBC154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94" creationId="{6A29D950-20A0-59AB-D5A0-1DDE5876587E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95" creationId="{5794BAFE-613D-F4DE-C90B-0EFFDE1A90DC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97" creationId="{EC60397F-DA62-E29B-0F9D-F5D05AEF26C2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99" creationId="{237AD207-171F-4EDA-681A-E43C47C14CAE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107" creationId="{882F9AB9-EEB3-54AD-3B33-A1333F815309}"/>
          </ac:spMkLst>
        </pc:spChg>
        <pc:spChg chg="mod">
          <ac:chgData name="Chapman, Stephen" userId="31a87834-901a-4691-a691-bf491053d09a" providerId="ADAL" clId="{07072C4A-42DD-5720-86A8-E3A7D67E6347}" dt="2026-09-15T15:28:06.994" v="24212" actId="164"/>
          <ac:spMkLst>
            <pc:docMk/>
            <pc:sldMk cId="1539519039" sldId="746"/>
            <ac:spMk id="108" creationId="{4BB75EC2-9F56-3B5A-C41D-41F5B95BDD7E}"/>
          </ac:spMkLst>
        </pc:spChg>
        <pc:grpChg chg="mod">
          <ac:chgData name="Chapman, Stephen" userId="31a87834-901a-4691-a691-bf491053d09a" providerId="ADAL" clId="{07072C4A-42DD-5720-86A8-E3A7D67E6347}" dt="2026-09-16T10:40:12.376" v="25920" actId="1076"/>
          <ac:grpSpMkLst>
            <pc:docMk/>
            <pc:sldMk cId="1539519039" sldId="746"/>
            <ac:grpSpMk id="5" creationId="{86356756-06D1-126E-239A-21FA398672C6}"/>
          </ac:grpSpMkLst>
        </pc:grpChg>
        <pc:grpChg chg="mod">
          <ac:chgData name="Chapman, Stephen" userId="31a87834-901a-4691-a691-bf491053d09a" providerId="ADAL" clId="{07072C4A-42DD-5720-86A8-E3A7D67E6347}" dt="2026-09-15T15:28:00.229" v="24211" actId="1076"/>
          <ac:grpSpMkLst>
            <pc:docMk/>
            <pc:sldMk cId="1539519039" sldId="746"/>
            <ac:grpSpMk id="57" creationId="{B92CA3B6-C5C9-65F6-47FF-C1C864B9070C}"/>
          </ac:grpSpMkLst>
        </pc:grpChg>
        <pc:cxnChg chg="mod">
          <ac:chgData name="Chapman, Stephen" userId="31a87834-901a-4691-a691-bf491053d09a" providerId="ADAL" clId="{07072C4A-42DD-5720-86A8-E3A7D67E6347}" dt="2026-09-15T15:28:00.229" v="24211" actId="1076"/>
          <ac:cxnSpMkLst>
            <pc:docMk/>
            <pc:sldMk cId="1539519039" sldId="746"/>
            <ac:cxnSpMk id="64" creationId="{9102B6A4-8225-4A38-4DA6-F392B8F8DF19}"/>
          </ac:cxnSpMkLst>
        </pc:cxnChg>
        <pc:cxnChg chg="mod">
          <ac:chgData name="Chapman, Stephen" userId="31a87834-901a-4691-a691-bf491053d09a" providerId="ADAL" clId="{07072C4A-42DD-5720-86A8-E3A7D67E6347}" dt="2026-09-15T15:28:00.229" v="24211" actId="1076"/>
          <ac:cxnSpMkLst>
            <pc:docMk/>
            <pc:sldMk cId="1539519039" sldId="746"/>
            <ac:cxnSpMk id="65" creationId="{AB2FD961-7366-E3F4-D791-A2B30227596D}"/>
          </ac:cxnSpMkLst>
        </pc:cxnChg>
        <pc:cxnChg chg="mod">
          <ac:chgData name="Chapman, Stephen" userId="31a87834-901a-4691-a691-bf491053d09a" providerId="ADAL" clId="{07072C4A-42DD-5720-86A8-E3A7D67E6347}" dt="2026-09-15T15:28:00.229" v="24211" actId="1076"/>
          <ac:cxnSpMkLst>
            <pc:docMk/>
            <pc:sldMk cId="1539519039" sldId="746"/>
            <ac:cxnSpMk id="81" creationId="{B0491DC5-8E91-6E6D-84D9-CFBEA0415396}"/>
          </ac:cxnSpMkLst>
        </pc:cxnChg>
      </pc:sldChg>
      <pc:sldChg chg="addSp delSp modSp add mod">
        <pc:chgData name="Chapman, Stephen" userId="31a87834-901a-4691-a691-bf491053d09a" providerId="ADAL" clId="{07072C4A-42DD-5720-86A8-E3A7D67E6347}" dt="2026-10-09T14:09:12.997" v="33092" actId="20577"/>
        <pc:sldMkLst>
          <pc:docMk/>
          <pc:sldMk cId="1314030231" sldId="747"/>
        </pc:sldMkLst>
        <pc:spChg chg="mod">
          <ac:chgData name="Chapman, Stephen" userId="31a87834-901a-4691-a691-bf491053d09a" providerId="ADAL" clId="{07072C4A-42DD-5720-86A8-E3A7D67E6347}" dt="2026-09-16T10:32:14.457" v="25825" actId="14100"/>
          <ac:spMkLst>
            <pc:docMk/>
            <pc:sldMk cId="1314030231" sldId="747"/>
            <ac:spMk id="2" creationId="{8CC77AD4-BC52-F007-0D36-5A71950A2B41}"/>
          </ac:spMkLst>
        </pc:spChg>
        <pc:spChg chg="add mod">
          <ac:chgData name="Chapman, Stephen" userId="31a87834-901a-4691-a691-bf491053d09a" providerId="ADAL" clId="{07072C4A-42DD-5720-86A8-E3A7D67E6347}" dt="2026-09-16T10:49:35.686" v="26041" actId="14100"/>
          <ac:spMkLst>
            <pc:docMk/>
            <pc:sldMk cId="1314030231" sldId="747"/>
            <ac:spMk id="20" creationId="{8447AA73-C0EF-6ADC-220A-1FCB07AFEE55}"/>
          </ac:spMkLst>
        </pc:spChg>
        <pc:spChg chg="add mod">
          <ac:chgData name="Chapman, Stephen" userId="31a87834-901a-4691-a691-bf491053d09a" providerId="ADAL" clId="{07072C4A-42DD-5720-86A8-E3A7D67E6347}" dt="2026-09-16T10:39:07.088" v="25918" actId="1076"/>
          <ac:spMkLst>
            <pc:docMk/>
            <pc:sldMk cId="1314030231" sldId="747"/>
            <ac:spMk id="31" creationId="{D00F31D8-11E2-FBDC-8909-CF03D99E3923}"/>
          </ac:spMkLst>
        </pc:spChg>
        <pc:spChg chg="add mod">
          <ac:chgData name="Chapman, Stephen" userId="31a87834-901a-4691-a691-bf491053d09a" providerId="ADAL" clId="{07072C4A-42DD-5720-86A8-E3A7D67E6347}" dt="2026-10-09T14:09:12.997" v="33092" actId="20577"/>
          <ac:spMkLst>
            <pc:docMk/>
            <pc:sldMk cId="1314030231" sldId="747"/>
            <ac:spMk id="33" creationId="{A509BA6D-61BF-C509-E682-9A0F88253AAB}"/>
          </ac:spMkLst>
        </pc:spChg>
        <pc:picChg chg="add mod modCrop">
          <ac:chgData name="Chapman, Stephen" userId="31a87834-901a-4691-a691-bf491053d09a" providerId="ADAL" clId="{07072C4A-42DD-5720-86A8-E3A7D67E6347}" dt="2026-09-16T10:41:28.480" v="25932" actId="1036"/>
          <ac:picMkLst>
            <pc:docMk/>
            <pc:sldMk cId="1314030231" sldId="747"/>
            <ac:picMk id="17" creationId="{023F7A01-0EAA-57A7-8594-B88575153A3C}"/>
          </ac:picMkLst>
        </pc:picChg>
        <pc:picChg chg="add mod modCrop">
          <ac:chgData name="Chapman, Stephen" userId="31a87834-901a-4691-a691-bf491053d09a" providerId="ADAL" clId="{07072C4A-42DD-5720-86A8-E3A7D67E6347}" dt="2026-09-16T10:38:05.173" v="25886" actId="1076"/>
          <ac:picMkLst>
            <pc:docMk/>
            <pc:sldMk cId="1314030231" sldId="747"/>
            <ac:picMk id="19" creationId="{45105FAA-9192-C9EE-7D52-50B4D0D2B804}"/>
          </ac:picMkLst>
        </pc:picChg>
      </pc:sldChg>
      <pc:sldChg chg="addSp delSp modSp add mod ord">
        <pc:chgData name="Chapman, Stephen" userId="31a87834-901a-4691-a691-bf491053d09a" providerId="ADAL" clId="{07072C4A-42DD-5720-86A8-E3A7D67E6347}" dt="2026-10-05T11:23:49.164" v="30758" actId="20578"/>
        <pc:sldMkLst>
          <pc:docMk/>
          <pc:sldMk cId="1793489533" sldId="748"/>
        </pc:sldMkLst>
        <pc:spChg chg="add mod">
          <ac:chgData name="Chapman, Stephen" userId="31a87834-901a-4691-a691-bf491053d09a" providerId="ADAL" clId="{07072C4A-42DD-5720-86A8-E3A7D67E6347}" dt="2026-09-30T12:45:46.792" v="28593" actId="1076"/>
          <ac:spMkLst>
            <pc:docMk/>
            <pc:sldMk cId="1793489533" sldId="748"/>
            <ac:spMk id="3" creationId="{170BA42D-6407-4201-0849-7373D0C6FD9B}"/>
          </ac:spMkLst>
        </pc:spChg>
        <pc:spChg chg="add mod">
          <ac:chgData name="Chapman, Stephen" userId="31a87834-901a-4691-a691-bf491053d09a" providerId="ADAL" clId="{07072C4A-42DD-5720-86A8-E3A7D67E6347}" dt="2026-09-17T12:23:54.269" v="27801" actId="20577"/>
          <ac:spMkLst>
            <pc:docMk/>
            <pc:sldMk cId="1793489533" sldId="748"/>
            <ac:spMk id="16" creationId="{902D4BC6-3216-F09A-FDBF-A749C2C3D791}"/>
          </ac:spMkLst>
        </pc:spChg>
        <pc:spChg chg="add mod">
          <ac:chgData name="Chapman, Stephen" userId="31a87834-901a-4691-a691-bf491053d09a" providerId="ADAL" clId="{07072C4A-42DD-5720-86A8-E3A7D67E6347}" dt="2026-09-17T12:22:00.357" v="27782" actId="1076"/>
          <ac:spMkLst>
            <pc:docMk/>
            <pc:sldMk cId="1793489533" sldId="748"/>
            <ac:spMk id="17" creationId="{D9106056-DE3E-ABC6-2610-16A685320BCF}"/>
          </ac:spMkLst>
        </pc:spChg>
        <pc:spChg chg="add mod">
          <ac:chgData name="Chapman, Stephen" userId="31a87834-901a-4691-a691-bf491053d09a" providerId="ADAL" clId="{07072C4A-42DD-5720-86A8-E3A7D67E6347}" dt="2026-09-17T12:27:27.209" v="27803" actId="1076"/>
          <ac:spMkLst>
            <pc:docMk/>
            <pc:sldMk cId="1793489533" sldId="748"/>
            <ac:spMk id="19" creationId="{5A4D020F-C538-619D-8260-59BFBFD125A8}"/>
          </ac:spMkLst>
        </pc:spChg>
        <pc:spChg chg="mod">
          <ac:chgData name="Chapman, Stephen" userId="31a87834-901a-4691-a691-bf491053d09a" providerId="ADAL" clId="{07072C4A-42DD-5720-86A8-E3A7D67E6347}" dt="2026-09-30T12:45:26.664" v="28591" actId="692"/>
          <ac:spMkLst>
            <pc:docMk/>
            <pc:sldMk cId="1793489533" sldId="748"/>
            <ac:spMk id="35" creationId="{A6400959-11A1-F159-13D8-A7A93F66E518}"/>
          </ac:spMkLst>
        </pc:spChg>
        <pc:spChg chg="mod">
          <ac:chgData name="Chapman, Stephen" userId="31a87834-901a-4691-a691-bf491053d09a" providerId="ADAL" clId="{07072C4A-42DD-5720-86A8-E3A7D67E6347}" dt="2026-09-17T12:21:56.628" v="27780" actId="1076"/>
          <ac:spMkLst>
            <pc:docMk/>
            <pc:sldMk cId="1793489533" sldId="748"/>
            <ac:spMk id="73" creationId="{C021D78F-5A01-EF57-DEC5-7BD6EA446F47}"/>
          </ac:spMkLst>
        </pc:spChg>
        <pc:spChg chg="mod">
          <ac:chgData name="Chapman, Stephen" userId="31a87834-901a-4691-a691-bf491053d09a" providerId="ADAL" clId="{07072C4A-42DD-5720-86A8-E3A7D67E6347}" dt="2026-09-17T12:27:37.108" v="27805" actId="1076"/>
          <ac:spMkLst>
            <pc:docMk/>
            <pc:sldMk cId="1793489533" sldId="748"/>
            <ac:spMk id="76" creationId="{2F2A4F57-F81F-F19D-E30C-5CB0D46A03F3}"/>
          </ac:spMkLst>
        </pc:spChg>
        <pc:grpChg chg="mod">
          <ac:chgData name="Chapman, Stephen" userId="31a87834-901a-4691-a691-bf491053d09a" providerId="ADAL" clId="{07072C4A-42DD-5720-86A8-E3A7D67E6347}" dt="2026-09-17T12:23:33.287" v="27794" actId="1076"/>
          <ac:grpSpMkLst>
            <pc:docMk/>
            <pc:sldMk cId="1793489533" sldId="748"/>
            <ac:grpSpMk id="65" creationId="{28850412-3DBF-1B31-8BA4-DF1743B62120}"/>
          </ac:grpSpMkLst>
        </pc:grpChg>
        <pc:grpChg chg="mod">
          <ac:chgData name="Chapman, Stephen" userId="31a87834-901a-4691-a691-bf491053d09a" providerId="ADAL" clId="{07072C4A-42DD-5720-86A8-E3A7D67E6347}" dt="2026-09-17T12:19:49.017" v="27772" actId="1076"/>
          <ac:grpSpMkLst>
            <pc:docMk/>
            <pc:sldMk cId="1793489533" sldId="748"/>
            <ac:grpSpMk id="66" creationId="{892D577B-B3B8-1B19-CBD3-04081E6BD723}"/>
          </ac:grpSpMkLst>
        </pc:grpChg>
        <pc:cxnChg chg="add">
          <ac:chgData name="Chapman, Stephen" userId="31a87834-901a-4691-a691-bf491053d09a" providerId="ADAL" clId="{07072C4A-42DD-5720-86A8-E3A7D67E6347}" dt="2026-09-17T12:18:29.285" v="27702" actId="11529"/>
          <ac:cxnSpMkLst>
            <pc:docMk/>
            <pc:sldMk cId="1793489533" sldId="748"/>
            <ac:cxnSpMk id="4" creationId="{96114C79-0086-CE56-4BEA-01BD176F1EED}"/>
          </ac:cxnSpMkLst>
        </pc:cxnChg>
        <pc:cxnChg chg="mod">
          <ac:chgData name="Chapman, Stephen" userId="31a87834-901a-4691-a691-bf491053d09a" providerId="ADAL" clId="{07072C4A-42DD-5720-86A8-E3A7D67E6347}" dt="2026-09-17T12:27:39.675" v="27806" actId="1076"/>
          <ac:cxnSpMkLst>
            <pc:docMk/>
            <pc:sldMk cId="1793489533" sldId="748"/>
            <ac:cxnSpMk id="81" creationId="{C92CDBE7-9DF3-B653-F6D8-4D1132F09D91}"/>
          </ac:cxnSpMkLst>
        </pc:cxnChg>
      </pc:sldChg>
      <pc:sldChg chg="addSp delSp modSp new mod">
        <pc:chgData name="Chapman, Stephen" userId="31a87834-901a-4691-a691-bf491053d09a" providerId="ADAL" clId="{07072C4A-42DD-5720-86A8-E3A7D67E6347}" dt="2026-09-30T13:18:30.826" v="29351" actId="1076"/>
        <pc:sldMkLst>
          <pc:docMk/>
          <pc:sldMk cId="1489271315" sldId="749"/>
        </pc:sldMkLst>
        <pc:picChg chg="add mod">
          <ac:chgData name="Chapman, Stephen" userId="31a87834-901a-4691-a691-bf491053d09a" providerId="ADAL" clId="{07072C4A-42DD-5720-86A8-E3A7D67E6347}" dt="2026-09-30T13:17:33.643" v="29340" actId="1076"/>
          <ac:picMkLst>
            <pc:docMk/>
            <pc:sldMk cId="1489271315" sldId="749"/>
            <ac:picMk id="5" creationId="{58FC051B-C385-F028-A0E4-EB95826A30B1}"/>
          </ac:picMkLst>
        </pc:picChg>
        <pc:picChg chg="add mod">
          <ac:chgData name="Chapman, Stephen" userId="31a87834-901a-4691-a691-bf491053d09a" providerId="ADAL" clId="{07072C4A-42DD-5720-86A8-E3A7D67E6347}" dt="2026-09-30T13:18:28.338" v="29350" actId="1076"/>
          <ac:picMkLst>
            <pc:docMk/>
            <pc:sldMk cId="1489271315" sldId="749"/>
            <ac:picMk id="7" creationId="{DCE36AEE-7FA6-776D-B740-82A1550413B2}"/>
          </ac:picMkLst>
        </pc:picChg>
        <pc:picChg chg="add mod modCrop">
          <ac:chgData name="Chapman, Stephen" userId="31a87834-901a-4691-a691-bf491053d09a" providerId="ADAL" clId="{07072C4A-42DD-5720-86A8-E3A7D67E6347}" dt="2026-09-30T13:18:30.826" v="29351" actId="1076"/>
          <ac:picMkLst>
            <pc:docMk/>
            <pc:sldMk cId="1489271315" sldId="749"/>
            <ac:picMk id="9" creationId="{F4311CED-0A6F-88B3-16EE-EF27C536264C}"/>
          </ac:picMkLst>
        </pc:picChg>
      </pc:sldChg>
      <pc:sldChg chg="addSp delSp modSp new mod">
        <pc:chgData name="Chapman, Stephen" userId="31a87834-901a-4691-a691-bf491053d09a" providerId="ADAL" clId="{07072C4A-42DD-5720-86A8-E3A7D67E6347}" dt="2026-10-06T20:03:53.470" v="31613"/>
        <pc:sldMkLst>
          <pc:docMk/>
          <pc:sldMk cId="1225292466" sldId="750"/>
        </pc:sldMkLst>
        <pc:spChg chg="mod">
          <ac:chgData name="Chapman, Stephen" userId="31a87834-901a-4691-a691-bf491053d09a" providerId="ADAL" clId="{07072C4A-42DD-5720-86A8-E3A7D67E6347}" dt="2026-10-06T20:03:11.532" v="31603" actId="313"/>
          <ac:spMkLst>
            <pc:docMk/>
            <pc:sldMk cId="1225292466" sldId="750"/>
            <ac:spMk id="3" creationId="{D51E6CC2-A76E-1503-F18D-05C377A340CC}"/>
          </ac:spMkLst>
        </pc:spChg>
        <pc:spChg chg="add mod">
          <ac:chgData name="Chapman, Stephen" userId="31a87834-901a-4691-a691-bf491053d09a" providerId="ADAL" clId="{07072C4A-42DD-5720-86A8-E3A7D67E6347}" dt="2026-10-06T20:03:53.470" v="31613"/>
          <ac:spMkLst>
            <pc:docMk/>
            <pc:sldMk cId="1225292466" sldId="750"/>
            <ac:spMk id="7" creationId="{4F8FAE35-3644-E9AC-3C4B-1AF8E21BF525}"/>
          </ac:spMkLst>
        </pc:spChg>
      </pc:sldChg>
      <pc:sldChg chg="addSp delSp modSp new mod ord">
        <pc:chgData name="Chapman, Stephen" userId="31a87834-901a-4691-a691-bf491053d09a" providerId="ADAL" clId="{07072C4A-42DD-5720-86A8-E3A7D67E6347}" dt="2026-10-08T17:47:58.761" v="32645"/>
        <pc:sldMkLst>
          <pc:docMk/>
          <pc:sldMk cId="1303402019" sldId="751"/>
        </pc:sldMkLst>
        <pc:spChg chg="mod">
          <ac:chgData name="Chapman, Stephen" userId="31a87834-901a-4691-a691-bf491053d09a" providerId="ADAL" clId="{07072C4A-42DD-5720-86A8-E3A7D67E6347}" dt="2026-09-30T13:20:16.965" v="29405" actId="20577"/>
          <ac:spMkLst>
            <pc:docMk/>
            <pc:sldMk cId="1303402019" sldId="751"/>
            <ac:spMk id="2" creationId="{9C028DBA-508D-D553-FDD2-7B8A1F8EFC5A}"/>
          </ac:spMkLst>
        </pc:spChg>
        <pc:spChg chg="add mod">
          <ac:chgData name="Chapman, Stephen" userId="31a87834-901a-4691-a691-bf491053d09a" providerId="ADAL" clId="{07072C4A-42DD-5720-86A8-E3A7D67E6347}" dt="2026-09-30T13:25:04.424" v="29484" actId="20577"/>
          <ac:spMkLst>
            <pc:docMk/>
            <pc:sldMk cId="1303402019" sldId="751"/>
            <ac:spMk id="6" creationId="{C65C98DF-54FF-368F-FEDF-808BF2953AD4}"/>
          </ac:spMkLst>
        </pc:spChg>
        <pc:picChg chg="add mod ord modCrop">
          <ac:chgData name="Chapman, Stephen" userId="31a87834-901a-4691-a691-bf491053d09a" providerId="ADAL" clId="{07072C4A-42DD-5720-86A8-E3A7D67E6347}" dt="2026-10-08T17:47:00.171" v="32640" actId="732"/>
          <ac:picMkLst>
            <pc:docMk/>
            <pc:sldMk cId="1303402019" sldId="751"/>
            <ac:picMk id="5" creationId="{74F61D61-E1BA-01AF-F5DB-6A38B37E1DAA}"/>
          </ac:picMkLst>
        </pc:picChg>
      </pc:sldChg>
      <pc:sldChg chg="addSp modSp add mod ord">
        <pc:chgData name="Chapman, Stephen" userId="31a87834-901a-4691-a691-bf491053d09a" providerId="ADAL" clId="{07072C4A-42DD-5720-86A8-E3A7D67E6347}" dt="2026-10-08T17:46:24.890" v="32637" actId="1076"/>
        <pc:sldMkLst>
          <pc:docMk/>
          <pc:sldMk cId="402146902" sldId="752"/>
        </pc:sldMkLst>
        <pc:picChg chg="mod">
          <ac:chgData name="Chapman, Stephen" userId="31a87834-901a-4691-a691-bf491053d09a" providerId="ADAL" clId="{07072C4A-42DD-5720-86A8-E3A7D67E6347}" dt="2026-10-08T17:46:24.890" v="32637" actId="1076"/>
          <ac:picMkLst>
            <pc:docMk/>
            <pc:sldMk cId="402146902" sldId="752"/>
            <ac:picMk id="5" creationId="{09FB99BB-80B8-96F3-423C-CBB16E6160F9}"/>
          </ac:picMkLst>
        </pc:picChg>
        <pc:picChg chg="mod">
          <ac:chgData name="Chapman, Stephen" userId="31a87834-901a-4691-a691-bf491053d09a" providerId="ADAL" clId="{07072C4A-42DD-5720-86A8-E3A7D67E6347}" dt="2026-10-08T17:46:24.890" v="32637" actId="1076"/>
          <ac:picMkLst>
            <pc:docMk/>
            <pc:sldMk cId="402146902" sldId="752"/>
            <ac:picMk id="8" creationId="{2E3A2A60-B07B-6392-2D48-53D135E606BF}"/>
          </ac:picMkLst>
        </pc:pic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3" creationId="{B24C21BD-95A5-B8F8-B419-7A4CAF9640A4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4" creationId="{FEA6EBDF-B2EA-248B-4D0F-121C58B69D59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7" creationId="{48F6C235-9FD2-46D1-02FC-FE3422421963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9" creationId="{35FA6999-4357-4FC7-6A48-E20A5AC6626B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10" creationId="{3B15C1EF-E33E-81B9-73FF-8E757A17A1F5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11" creationId="{E4CDD83A-8374-725C-D296-1B8BE1054CEC}"/>
          </ac:inkMkLst>
        </pc:inkChg>
        <pc:inkChg chg="add mod">
          <ac:chgData name="Chapman, Stephen" userId="31a87834-901a-4691-a691-bf491053d09a" providerId="ADAL" clId="{07072C4A-42DD-5720-86A8-E3A7D67E6347}" dt="2026-10-08T17:46:24.890" v="32637" actId="1076"/>
          <ac:inkMkLst>
            <pc:docMk/>
            <pc:sldMk cId="402146902" sldId="752"/>
            <ac:inkMk id="12" creationId="{F7C207C3-CE07-357F-24BF-21D28DAE4F88}"/>
          </ac:inkMkLst>
        </pc:inkChg>
      </pc:sldChg>
      <pc:sldChg chg="modSp new mod">
        <pc:chgData name="Chapman, Stephen" userId="31a87834-901a-4691-a691-bf491053d09a" providerId="ADAL" clId="{07072C4A-42DD-5720-86A8-E3A7D67E6347}" dt="2026-10-13T20:20:09.017" v="33212" actId="14100"/>
        <pc:sldMkLst>
          <pc:docMk/>
          <pc:sldMk cId="2943955200" sldId="753"/>
        </pc:sldMkLst>
        <pc:spChg chg="mod">
          <ac:chgData name="Chapman, Stephen" userId="31a87834-901a-4691-a691-bf491053d09a" providerId="ADAL" clId="{07072C4A-42DD-5720-86A8-E3A7D67E6347}" dt="2026-10-06T20:06:36.969" v="31658" actId="20577"/>
          <ac:spMkLst>
            <pc:docMk/>
            <pc:sldMk cId="2943955200" sldId="753"/>
            <ac:spMk id="2" creationId="{B4860779-F291-73C3-FDF3-09AFF6FB74CD}"/>
          </ac:spMkLst>
        </pc:spChg>
        <pc:spChg chg="mod">
          <ac:chgData name="Chapman, Stephen" userId="31a87834-901a-4691-a691-bf491053d09a" providerId="ADAL" clId="{07072C4A-42DD-5720-86A8-E3A7D67E6347}" dt="2026-10-13T20:20:09.017" v="33212" actId="14100"/>
          <ac:spMkLst>
            <pc:docMk/>
            <pc:sldMk cId="2943955200" sldId="753"/>
            <ac:spMk id="3" creationId="{0C92C649-D930-79BD-5B54-C235FB8F6A74}"/>
          </ac:spMkLst>
        </pc:spChg>
      </pc:sldChg>
      <pc:sldChg chg="addSp delSp modSp new mod">
        <pc:chgData name="Chapman, Stephen" userId="31a87834-901a-4691-a691-bf491053d09a" providerId="ADAL" clId="{07072C4A-42DD-5720-86A8-E3A7D67E6347}" dt="2026-10-08T11:42:13.883" v="32632" actId="20577"/>
        <pc:sldMkLst>
          <pc:docMk/>
          <pc:sldMk cId="911343618" sldId="754"/>
        </pc:sldMkLst>
        <pc:spChg chg="mod">
          <ac:chgData name="Chapman, Stephen" userId="31a87834-901a-4691-a691-bf491053d09a" providerId="ADAL" clId="{07072C4A-42DD-5720-86A8-E3A7D67E6347}" dt="2026-10-05T10:28:18.657" v="30037" actId="20577"/>
          <ac:spMkLst>
            <pc:docMk/>
            <pc:sldMk cId="911343618" sldId="754"/>
            <ac:spMk id="2" creationId="{A9A36223-626B-7EA2-2782-342E6C16927C}"/>
          </ac:spMkLst>
        </pc:spChg>
        <pc:spChg chg="mod">
          <ac:chgData name="Chapman, Stephen" userId="31a87834-901a-4691-a691-bf491053d09a" providerId="ADAL" clId="{07072C4A-42DD-5720-86A8-E3A7D67E6347}" dt="2026-10-08T11:42:13.883" v="32632" actId="20577"/>
          <ac:spMkLst>
            <pc:docMk/>
            <pc:sldMk cId="911343618" sldId="754"/>
            <ac:spMk id="3" creationId="{BA9AAE02-4567-B058-6645-E54B1D8FF201}"/>
          </ac:spMkLst>
        </pc:spChg>
      </pc:sldChg>
      <pc:sldChg chg="addSp delSp modSp add mod">
        <pc:chgData name="Chapman, Stephen" userId="31a87834-901a-4691-a691-bf491053d09a" providerId="ADAL" clId="{07072C4A-42DD-5720-86A8-E3A7D67E6347}" dt="2026-10-06T19:54:13.872" v="31460" actId="164"/>
        <pc:sldMkLst>
          <pc:docMk/>
          <pc:sldMk cId="1011547123" sldId="756"/>
        </pc:sldMkLst>
        <pc:spChg chg="mod">
          <ac:chgData name="Chapman, Stephen" userId="31a87834-901a-4691-a691-bf491053d09a" providerId="ADAL" clId="{07072C4A-42DD-5720-86A8-E3A7D67E6347}" dt="2026-10-05T12:22:47.651" v="30819" actId="1076"/>
          <ac:spMkLst>
            <pc:docMk/>
            <pc:sldMk cId="1011547123" sldId="756"/>
            <ac:spMk id="2" creationId="{86CCEF0D-E503-E398-C52F-9225DDEC32CF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32" creationId="{B7CEE831-70B5-66A0-A9F6-81BB40114FD2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33" creationId="{6FA7D72D-177E-669E-2B8A-D09E5BDBE374}"/>
          </ac:spMkLst>
        </pc:spChg>
        <pc:spChg chg="mod topLvl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37" creationId="{531C3BB4-3682-8E5F-7184-67B4FB76052E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38" creationId="{5AA1B931-A9C3-A4C8-54C9-E205F6BA9C08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40" creationId="{46552B02-693C-EBCC-C2B8-BD03E5A83787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51" creationId="{5987DE00-604A-EA11-3345-4ACEF7AF28EB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52" creationId="{ABD35665-5FC0-2375-7E32-F3223715F13B}"/>
          </ac:spMkLst>
        </pc:spChg>
        <pc:spChg chg="mod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53" creationId="{5C32E084-554C-3278-EDFE-1A141CCB9F88}"/>
          </ac:spMkLst>
        </pc:spChg>
        <pc:spChg chg="mod topLvl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54" creationId="{B35E1993-AF49-D462-DFA7-A796DAAA09DE}"/>
          </ac:spMkLst>
        </pc:spChg>
        <pc:spChg chg="mod topLvl">
          <ac:chgData name="Chapman, Stephen" userId="31a87834-901a-4691-a691-bf491053d09a" providerId="ADAL" clId="{07072C4A-42DD-5720-86A8-E3A7D67E6347}" dt="2026-10-05T12:22:55.068" v="30820" actId="1076"/>
          <ac:spMkLst>
            <pc:docMk/>
            <pc:sldMk cId="1011547123" sldId="756"/>
            <ac:spMk id="56" creationId="{64593BD1-BD2D-F452-AD38-0E91216BFE04}"/>
          </ac:spMkLst>
        </pc:spChg>
        <pc:spChg chg="mod">
          <ac:chgData name="Chapman, Stephen" userId="31a87834-901a-4691-a691-bf491053d09a" providerId="ADAL" clId="{07072C4A-42DD-5720-86A8-E3A7D67E6347}" dt="2026-10-05T12:22:36.535" v="30814" actId="165"/>
          <ac:spMkLst>
            <pc:docMk/>
            <pc:sldMk cId="1011547123" sldId="756"/>
            <ac:spMk id="69" creationId="{7FFC160D-8772-5750-03A8-EC2B42A91BBD}"/>
          </ac:spMkLst>
        </pc:spChg>
        <pc:spChg chg="mod">
          <ac:chgData name="Chapman, Stephen" userId="31a87834-901a-4691-a691-bf491053d09a" providerId="ADAL" clId="{07072C4A-42DD-5720-86A8-E3A7D67E6347}" dt="2026-10-05T12:22:26.237" v="30813" actId="20577"/>
          <ac:spMkLst>
            <pc:docMk/>
            <pc:sldMk cId="1011547123" sldId="756"/>
            <ac:spMk id="70" creationId="{3425060C-78AE-6AF1-AF4D-5B0CE5DA1328}"/>
          </ac:spMkLst>
        </pc:spChg>
        <pc:spChg chg="mod topLvl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26" creationId="{FF6F8478-92C5-1A4D-410A-237A49930E9F}"/>
          </ac:spMkLst>
        </pc:spChg>
        <pc:spChg chg="mod topLvl">
          <ac:chgData name="Chapman, Stephen" userId="31a87834-901a-4691-a691-bf491053d09a" providerId="ADAL" clId="{07072C4A-42DD-5720-86A8-E3A7D67E6347}" dt="2026-10-06T19:50:58.373" v="31421" actId="207"/>
          <ac:spMkLst>
            <pc:docMk/>
            <pc:sldMk cId="1011547123" sldId="756"/>
            <ac:spMk id="127" creationId="{BB30613F-78B5-040E-7DE1-E366539C73B9}"/>
          </ac:spMkLst>
        </pc:spChg>
        <pc:spChg chg="mod topLvl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28" creationId="{302D2D5E-6A76-959F-E62F-6E9BC01BF115}"/>
          </ac:spMkLst>
        </pc:spChg>
        <pc:spChg chg="mod topLvl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0" creationId="{06EE0E7D-7043-4B7F-038B-22E5056FE872}"/>
          </ac:spMkLst>
        </pc:spChg>
        <pc:spChg chg="mod topLvl">
          <ac:chgData name="Chapman, Stephen" userId="31a87834-901a-4691-a691-bf491053d09a" providerId="ADAL" clId="{07072C4A-42DD-5720-86A8-E3A7D67E6347}" dt="2026-10-06T19:51:18.232" v="31428" actId="207"/>
          <ac:spMkLst>
            <pc:docMk/>
            <pc:sldMk cId="1011547123" sldId="756"/>
            <ac:spMk id="131" creationId="{3A99D788-1CD4-166B-E838-6BFE4B8E36A7}"/>
          </ac:spMkLst>
        </pc:spChg>
        <pc:spChg chg="mod topLvl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2" creationId="{97B1CB7D-386E-F707-E3F8-E7A87AEA89C2}"/>
          </ac:spMkLst>
        </pc:spChg>
        <pc:spChg chg="add mod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3" creationId="{6CB6183C-C3D4-5EDC-B766-E2C9723A3BB2}"/>
          </ac:spMkLst>
        </pc:spChg>
        <pc:spChg chg="mod">
          <ac:chgData name="Chapman, Stephen" userId="31a87834-901a-4691-a691-bf491053d09a" providerId="ADAL" clId="{07072C4A-42DD-5720-86A8-E3A7D67E6347}" dt="2026-10-06T19:51:56.681" v="31442" actId="207"/>
          <ac:spMkLst>
            <pc:docMk/>
            <pc:sldMk cId="1011547123" sldId="756"/>
            <ac:spMk id="134" creationId="{8833CDDC-2F13-8A30-6FAF-20414C08556E}"/>
          </ac:spMkLst>
        </pc:spChg>
        <pc:spChg chg="mod">
          <ac:chgData name="Chapman, Stephen" userId="31a87834-901a-4691-a691-bf491053d09a" providerId="ADAL" clId="{07072C4A-42DD-5720-86A8-E3A7D67E6347}" dt="2026-10-06T19:50:58.373" v="31421" actId="207"/>
          <ac:spMkLst>
            <pc:docMk/>
            <pc:sldMk cId="1011547123" sldId="756"/>
            <ac:spMk id="135" creationId="{E6215FBF-2FD9-AAFB-20D2-4468D18AFA50}"/>
          </ac:spMkLst>
        </pc:spChg>
        <pc:spChg chg="add mod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6" creationId="{4A66BC5D-F8D6-6285-BB35-74C09F4B09A2}"/>
          </ac:spMkLst>
        </pc:spChg>
        <pc:spChg chg="add mod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7" creationId="{F576529F-AF8A-5100-A4D2-CD9F3A01CC12}"/>
          </ac:spMkLst>
        </pc:spChg>
        <pc:spChg chg="add mod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38" creationId="{9EF052B0-6CBA-3610-B368-887CBE006794}"/>
          </ac:spMkLst>
        </pc:spChg>
        <pc:spChg chg="mod topLvl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40" creationId="{715BA582-FB40-6ED3-C8EA-0A43CA46417E}"/>
          </ac:spMkLst>
        </pc:spChg>
        <pc:spChg chg="mod topLvl">
          <ac:chgData name="Chapman, Stephen" userId="31a87834-901a-4691-a691-bf491053d09a" providerId="ADAL" clId="{07072C4A-42DD-5720-86A8-E3A7D67E6347}" dt="2026-10-06T19:50:58.373" v="31421" actId="207"/>
          <ac:spMkLst>
            <pc:docMk/>
            <pc:sldMk cId="1011547123" sldId="756"/>
            <ac:spMk id="141" creationId="{241369AD-FFB4-A4BD-BEC3-6A36869AC2CE}"/>
          </ac:spMkLst>
        </pc:spChg>
        <pc:spChg chg="mod topLvl">
          <ac:chgData name="Chapman, Stephen" userId="31a87834-901a-4691-a691-bf491053d09a" providerId="ADAL" clId="{07072C4A-42DD-5720-86A8-E3A7D67E6347}" dt="2026-10-06T19:51:04.541" v="31422" actId="207"/>
          <ac:spMkLst>
            <pc:docMk/>
            <pc:sldMk cId="1011547123" sldId="756"/>
            <ac:spMk id="142" creationId="{A96D2070-F143-C7AC-5859-9043A37C4BC8}"/>
          </ac:spMkLst>
        </pc:spChg>
        <pc:spChg chg="add mod">
          <ac:chgData name="Chapman, Stephen" userId="31a87834-901a-4691-a691-bf491053d09a" providerId="ADAL" clId="{07072C4A-42DD-5720-86A8-E3A7D67E6347}" dt="2026-10-06T19:54:13.872" v="31460" actId="164"/>
          <ac:spMkLst>
            <pc:docMk/>
            <pc:sldMk cId="1011547123" sldId="756"/>
            <ac:spMk id="144" creationId="{AAF63E27-9C08-3F3A-5CF0-6F0690DDF7FB}"/>
          </ac:spMkLst>
        </pc:spChg>
        <pc:spChg chg="mod">
          <ac:chgData name="Chapman, Stephen" userId="31a87834-901a-4691-a691-bf491053d09a" providerId="ADAL" clId="{07072C4A-42DD-5720-86A8-E3A7D67E6347}" dt="2026-10-05T12:23:03.713" v="30822" actId="1076"/>
          <ac:spMkLst>
            <pc:docMk/>
            <pc:sldMk cId="1011547123" sldId="756"/>
            <ac:spMk id="145" creationId="{2C17C872-109C-4334-2B65-670A4DBEF85D}"/>
          </ac:spMkLst>
        </pc:spChg>
        <pc:spChg chg="mod">
          <ac:chgData name="Chapman, Stephen" userId="31a87834-901a-4691-a691-bf491053d09a" providerId="ADAL" clId="{07072C4A-42DD-5720-86A8-E3A7D67E6347}" dt="2026-10-05T12:23:03.713" v="30822" actId="1076"/>
          <ac:spMkLst>
            <pc:docMk/>
            <pc:sldMk cId="1011547123" sldId="756"/>
            <ac:spMk id="146" creationId="{CAA0685B-7CF2-23A9-CCDF-12D6A12AE256}"/>
          </ac:spMkLst>
        </pc:spChg>
        <pc:spChg chg="mod">
          <ac:chgData name="Chapman, Stephen" userId="31a87834-901a-4691-a691-bf491053d09a" providerId="ADAL" clId="{07072C4A-42DD-5720-86A8-E3A7D67E6347}" dt="2026-10-05T12:23:03.713" v="30822" actId="1076"/>
          <ac:spMkLst>
            <pc:docMk/>
            <pc:sldMk cId="1011547123" sldId="756"/>
            <ac:spMk id="147" creationId="{B41AA74B-E2C9-AE6D-4372-F4B0804EF188}"/>
          </ac:spMkLst>
        </pc:spChg>
        <pc:spChg chg="add mod">
          <ac:chgData name="Chapman, Stephen" userId="31a87834-901a-4691-a691-bf491053d09a" providerId="ADAL" clId="{07072C4A-42DD-5720-86A8-E3A7D67E6347}" dt="2026-10-05T12:25:17.820" v="30847" actId="1076"/>
          <ac:spMkLst>
            <pc:docMk/>
            <pc:sldMk cId="1011547123" sldId="756"/>
            <ac:spMk id="148" creationId="{D1642A2B-BD52-5779-8745-990C90CF519F}"/>
          </ac:spMkLst>
        </pc:spChg>
        <pc:spChg chg="add mod">
          <ac:chgData name="Chapman, Stephen" userId="31a87834-901a-4691-a691-bf491053d09a" providerId="ADAL" clId="{07072C4A-42DD-5720-86A8-E3A7D67E6347}" dt="2026-10-06T19:49:18.412" v="31388" actId="1076"/>
          <ac:spMkLst>
            <pc:docMk/>
            <pc:sldMk cId="1011547123" sldId="756"/>
            <ac:spMk id="149" creationId="{851658B7-7DFE-49A1-DB5A-17B199CB62EE}"/>
          </ac:spMkLst>
        </pc:spChg>
        <pc:spChg chg="add mod">
          <ac:chgData name="Chapman, Stephen" userId="31a87834-901a-4691-a691-bf491053d09a" providerId="ADAL" clId="{07072C4A-42DD-5720-86A8-E3A7D67E6347}" dt="2026-10-06T19:52:52.674" v="31459" actId="1076"/>
          <ac:spMkLst>
            <pc:docMk/>
            <pc:sldMk cId="1011547123" sldId="756"/>
            <ac:spMk id="150" creationId="{F734A928-638E-830E-1E9A-6C21871A5E43}"/>
          </ac:spMkLst>
        </pc:spChg>
      </pc:sldChg>
      <pc:sldChg chg="addSp delSp modSp add mod">
        <pc:chgData name="Chapman, Stephen" userId="31a87834-901a-4691-a691-bf491053d09a" providerId="ADAL" clId="{07072C4A-42DD-5720-86A8-E3A7D67E6347}" dt="2026-10-06T19:58:21.910" v="31515" actId="1038"/>
        <pc:sldMkLst>
          <pc:docMk/>
          <pc:sldMk cId="1117635444" sldId="757"/>
        </pc:sldMkLst>
        <pc:spChg chg="mod">
          <ac:chgData name="Chapman, Stephen" userId="31a87834-901a-4691-a691-bf491053d09a" providerId="ADAL" clId="{07072C4A-42DD-5720-86A8-E3A7D67E6347}" dt="2026-10-06T19:55:59.801" v="31497" actId="164"/>
          <ac:spMkLst>
            <pc:docMk/>
            <pc:sldMk cId="1117635444" sldId="757"/>
            <ac:spMk id="7" creationId="{5BE07E65-C514-FB0C-BAAB-129FF31FD30D}"/>
          </ac:spMkLst>
        </pc:spChg>
        <pc:spChg chg="mod">
          <ac:chgData name="Chapman, Stephen" userId="31a87834-901a-4691-a691-bf491053d09a" providerId="ADAL" clId="{07072C4A-42DD-5720-86A8-E3A7D67E6347}" dt="2026-10-06T19:55:59.801" v="31497" actId="164"/>
          <ac:spMkLst>
            <pc:docMk/>
            <pc:sldMk cId="1117635444" sldId="757"/>
            <ac:spMk id="9" creationId="{5A69DA96-7C22-A4C5-4ABF-0FCB9FE8CB76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13" creationId="{56512BAD-AF0B-7807-EB11-A9A6ACBF4A32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14" creationId="{EF751235-B027-9400-C174-E598C3579126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16" creationId="{91AFB6EE-959D-30FD-C4DE-DD18B421D8F7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19" creationId="{233403B0-D693-398C-2227-03413870668A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24" creationId="{696B73F9-37A4-2F4D-7E6E-08B303B00113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26" creationId="{48458936-D255-456B-F7AE-F5FF60117CA1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27" creationId="{D3B5F209-E432-478C-B3D6-90B536389F6A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33" creationId="{AFA120E2-805F-D2CA-330C-E66088F7992F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38" creationId="{48BAF945-3254-943A-53E0-C4B41605C758}"/>
          </ac:spMkLst>
        </pc:spChg>
        <pc:spChg chg="mod">
          <ac:chgData name="Chapman, Stephen" userId="31a87834-901a-4691-a691-bf491053d09a" providerId="ADAL" clId="{07072C4A-42DD-5720-86A8-E3A7D67E6347}" dt="2026-10-06T19:54:25.639" v="31462"/>
          <ac:spMkLst>
            <pc:docMk/>
            <pc:sldMk cId="1117635444" sldId="757"/>
            <ac:spMk id="40" creationId="{A0B526A3-B9F7-9012-1211-254D78E22D8A}"/>
          </ac:spMkLst>
        </pc:spChg>
        <pc:spChg chg="add mod">
          <ac:chgData name="Chapman, Stephen" userId="31a87834-901a-4691-a691-bf491053d09a" providerId="ADAL" clId="{07072C4A-42DD-5720-86A8-E3A7D67E6347}" dt="2026-10-06T19:58:21.910" v="31515" actId="1038"/>
          <ac:spMkLst>
            <pc:docMk/>
            <pc:sldMk cId="1117635444" sldId="757"/>
            <ac:spMk id="53" creationId="{B2F01DBD-7640-142E-BD5E-D5C634208FD9}"/>
          </ac:spMkLst>
        </pc:spChg>
        <pc:spChg chg="add mod">
          <ac:chgData name="Chapman, Stephen" userId="31a87834-901a-4691-a691-bf491053d09a" providerId="ADAL" clId="{07072C4A-42DD-5720-86A8-E3A7D67E6347}" dt="2026-10-06T19:57:00.402" v="31504" actId="1076"/>
          <ac:spMkLst>
            <pc:docMk/>
            <pc:sldMk cId="1117635444" sldId="757"/>
            <ac:spMk id="54" creationId="{388F11A4-B35B-A1D6-524C-E70DBAEB338A}"/>
          </ac:spMkLst>
        </pc:spChg>
        <pc:spChg chg="add mod">
          <ac:chgData name="Chapman, Stephen" userId="31a87834-901a-4691-a691-bf491053d09a" providerId="ADAL" clId="{07072C4A-42DD-5720-86A8-E3A7D67E6347}" dt="2026-10-06T19:57:41.739" v="31507" actId="1076"/>
          <ac:spMkLst>
            <pc:docMk/>
            <pc:sldMk cId="1117635444" sldId="757"/>
            <ac:spMk id="56" creationId="{FFAE4248-8679-0814-4F1F-C65144563EE9}"/>
          </ac:spMkLst>
        </pc:spChg>
        <pc:grpChg chg="mod">
          <ac:chgData name="Chapman, Stephen" userId="31a87834-901a-4691-a691-bf491053d09a" providerId="ADAL" clId="{07072C4A-42DD-5720-86A8-E3A7D67E6347}" dt="2026-10-06T19:55:59.801" v="31497" actId="164"/>
          <ac:grpSpMkLst>
            <pc:docMk/>
            <pc:sldMk cId="1117635444" sldId="757"/>
            <ac:grpSpMk id="5" creationId="{9428242D-AA7B-5CBE-DA69-0CA58D2C2861}"/>
          </ac:grpSpMkLst>
        </pc:grpChg>
        <pc:grpChg chg="mod">
          <ac:chgData name="Chapman, Stephen" userId="31a87834-901a-4691-a691-bf491053d09a" providerId="ADAL" clId="{07072C4A-42DD-5720-86A8-E3A7D67E6347}" dt="2026-10-06T19:54:29.172" v="31463" actId="1076"/>
          <ac:grpSpMkLst>
            <pc:docMk/>
            <pc:sldMk cId="1117635444" sldId="757"/>
            <ac:grpSpMk id="10" creationId="{E8BA6049-B9A7-80F6-DAB4-63796EFC6323}"/>
          </ac:grpSpMkLst>
        </pc:grpChg>
        <pc:grpChg chg="add mod">
          <ac:chgData name="Chapman, Stephen" userId="31a87834-901a-4691-a691-bf491053d09a" providerId="ADAL" clId="{07072C4A-42DD-5720-86A8-E3A7D67E6347}" dt="2026-10-06T19:56:03.502" v="31498" actId="1076"/>
          <ac:grpSpMkLst>
            <pc:docMk/>
            <pc:sldMk cId="1117635444" sldId="757"/>
            <ac:grpSpMk id="52" creationId="{6A4F6EE1-4245-A9A3-1736-A5D988F5214A}"/>
          </ac:grpSpMkLst>
        </pc:grpChg>
      </pc:sldChg>
      <pc:sldChg chg="new del">
        <pc:chgData name="Chapman, Stephen" userId="31a87834-901a-4691-a691-bf491053d09a" providerId="ADAL" clId="{07072C4A-42DD-5720-86A8-E3A7D67E6347}" dt="2026-10-13T20:18:14.112" v="33122" actId="2696"/>
        <pc:sldMkLst>
          <pc:docMk/>
          <pc:sldMk cId="1344609358" sldId="758"/>
        </pc:sldMkLst>
      </pc:sldChg>
      <pc:sldChg chg="addSp delSp modSp new del mod">
        <pc:chgData name="Chapman, Stephen" userId="31a87834-901a-4691-a691-bf491053d09a" providerId="ADAL" clId="{07072C4A-42DD-5720-86A8-E3A7D67E6347}" dt="2026-10-13T20:16:22.766" v="33117" actId="2696"/>
        <pc:sldMkLst>
          <pc:docMk/>
          <pc:sldMk cId="130716304" sldId="759"/>
        </pc:sldMkLst>
        <pc:spChg chg="del">
          <ac:chgData name="Chapman, Stephen" userId="31a87834-901a-4691-a691-bf491053d09a" providerId="ADAL" clId="{07072C4A-42DD-5720-86A8-E3A7D67E6347}" dt="2026-10-13T20:14:06.371" v="33114"/>
          <ac:spMkLst>
            <pc:docMk/>
            <pc:sldMk cId="130716304" sldId="759"/>
            <ac:spMk id="3" creationId="{69758E9C-C8B2-466D-78F5-F01C8A450DC7}"/>
          </ac:spMkLst>
        </pc:spChg>
        <pc:picChg chg="add mod ord">
          <ac:chgData name="Chapman, Stephen" userId="31a87834-901a-4691-a691-bf491053d09a" providerId="ADAL" clId="{07072C4A-42DD-5720-86A8-E3A7D67E6347}" dt="2026-10-13T20:14:16.731" v="33115" actId="1076"/>
          <ac:picMkLst>
            <pc:docMk/>
            <pc:sldMk cId="130716304" sldId="759"/>
            <ac:picMk id="5" creationId="{2F133C15-D747-BC34-4A0C-FC3A1F20703E}"/>
          </ac:picMkLst>
        </pc:picChg>
      </pc:sldChg>
      <pc:sldChg chg="new del">
        <pc:chgData name="Chapman, Stephen" userId="31a87834-901a-4691-a691-bf491053d09a" providerId="ADAL" clId="{07072C4A-42DD-5720-86A8-E3A7D67E6347}" dt="2026-10-13T20:12:35.601" v="33110" actId="2696"/>
        <pc:sldMkLst>
          <pc:docMk/>
          <pc:sldMk cId="3394496927" sldId="759"/>
        </pc:sldMkLst>
      </pc:sldChg>
      <pc:sldChg chg="add del">
        <pc:chgData name="Chapman, Stephen" userId="31a87834-901a-4691-a691-bf491053d09a" providerId="ADAL" clId="{07072C4A-42DD-5720-86A8-E3A7D67E6347}" dt="2026-10-13T20:18:10.461" v="33120" actId="2696"/>
        <pc:sldMkLst>
          <pc:docMk/>
          <pc:sldMk cId="619862892" sldId="760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28T23:21:47.62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0 199,'94'0,"-3"0,-38 0,-3 0,-19 0,-3 0,4 0,1 0,4 0,10 0,3 0,6 0,0 0,0 0,5 0,0 0,29-2,-23-1,25-1,-26-2,9 1,0-2,6-1,1 1,5-1,5 0,-5 0,13 4,-49 0,-1 1,41-2,-2 1,-11 0,0 2,11-2,-1 0,-4 1,4 2,-5-3,13 0,-38 2,-1 0,36-1,-37 2,-1-1,26-2,8 0,3 0,0 4,-2-4,3 0,4 0,-7 0,0 4,-10 0,-6 0,17 0,-1 0,-34 0,2 0,-3 0,0 0,-3 0,-1 0,2 0,0 0,45 0,1 0,-27 0,0 0,26 0,-28 0,-2 0,16 0,10 0,-7 0,7 0,0 0,-1 0,0 0,-7 0,-6 0,-9 0,-7 0,-1 0,4 3,7 0,-1 4,-2-1,1-1,-3 1,-3-2,-6 0,13-1,-22-3,16 0,-25 0,5 0,4 0,-2 0,2 0,1 0,0 0,3 0,-6 0,-2 0,3 0,3 0,11 0,4 0,4 0,4 0,-1 0,2 0,7 0,-1 0,-26 0,1 0,26 0,-29 0,0 0,27-3,8-1,1-1,-2 2,-4 2,-3 1,-6 0,-3 0,-7-1,-5 1,-5 0,-2 0,3 0,-1 0,-3 0,0 0,-4 0,-5 0,-2 0,9 0,-17 0,9 0,-19 0,1 0,12 0,-7 0,12 0,-11 0,-1 0,0 0,-1 0,6 0,5 0,6 0,4 0,5 0,3 0,4 0,-1 0,-5 0,10 0,-17 0,5 0,-20 0,-1-2,-4-3,-1-1,-3 1,2-1,-2 2,9-5,-11 5,9-3,-5 4,-2 0,6-2,-10 2,6-2,-5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15T12:49:32.098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0,'95'14,"-26"-11,-8 18,-20-19,0 12,8-5,-8 6,0-5,-9-3,-13-7,7 0,-3 0,10 0,-6 0,1 0,22 0,-17 0,28 0,-31 0,8 0,-11 0,12 0,-14 0,6 0,-5 0,-3 0,10 0,5 0,-8 0,8 0,-17 0,5 0,7 0,21 8,2 1,-4 1,-3-3,12-7,15 0,-19 5,2 3,-7-1,-2-1,46 2,-19 8,-34-22,1 20,-23-13,5 5,1 0,-4-4,8 4,8 7,3-9,16 17,-7-19,1 5,0-7,-12 0,-1 6,-1 3,15-1,-10 0,8-2,-30-11,4 15,3-14,-6 10,10 0,-5-5,2 5,-2-6,-1 0,6 0,-2 0,19 0,-8 0,11 8,11-7,8 0,-16 3,1-1,18-2,-4-2,11 1,-32 0,-8 0,30 0,5 0,-21 0,-1 0,14 6,13-4,-20 4,-5-6,5 0,-12 0,-19 0,19 7,-19-5,19 6,-19-8,20 6,-26-5,8 11,0-4,-8-1,26 6,-9-11,11 6,-1 0,1-7,0 7,-11-8,-3 0,-11 0,0 0,0 0,7 0,5 0,28 0,9 0,20 0,-19 0,-6 0,-7 0,-20 0,17 0,-20 0,11 0,-12 0,9 0,-8 0,23 0,-20 0,17 0,-20 0,10 0,-10 0,8 0,12 0,-4 0,5 0,-10 0,3 0,25 0,-1 0,-28 0,-1 0,19 0,-2 0,14 0,-1 0,-31 0,15 0,-17 0,14 0,-34 0,0 0,0 0,12 0,-9 0,18 0,-18-6,15 4,-17-10,16 3,-3 1,0-6,8 5,-8 1,0-5,-3 11,-11-10,23 3,-17 1,17 0,-22 8,-1 0,0 0,11 0,-8 0,8 0,23 0,-25 0,25 0,-23 0,-14 0,7 0,0 0,-6 0,37 0,1 0,26 0,-13 0,-15 0,-12 0,12 0,-5 0,5 0,-12 0,-8 0,30 0,6 0,-28-7,1-1,27-4,4-5,-28 1,5 7,-7-1,1-5,0 13,0-6,-1 8,1 0,0 0,-12 0,-1 0,22 0,-26 0,49 0,-40 0,20 0,-23 0,-3 0,0 0,-8 0,19 0,-8 0,0 0,7 0,-7 0,31 0,4 0,20 0,-19 0,-17 0,-9 0,-10-7,-5 5,0-12,-21 12,11-4,58 6,-31 0,7 0,35 0,8 0,-34 0,1 0,1 0,-2 0,1 0,1 0,4 0,0 0,0 0,-4 0,-1 0,-1 0,0 0,1 0,1 0,18 0,4 0,-7 0,7 0,-5 0,8 0,-8 0,-8 0,-31 0,-19 0,8 0,0 0,15 0,-9 0,17 0,-20 0,10 0,1 0,-11 0,8-7,-19 5,62-6,-21 8,-4 0,5 0,-13 0,3 0,29 0,1 0,-25 0,-2 0,18 1,-7-2,-11-5,-7 4,-37-4,-1 0,18 5,-12-5,42 6,-35 0,28 0,-20 0,0 0,-3 0,0 0,-8 0,39 0,16-13,-27 5,5 1,6-2,3 2,9 0,1 1,-8 6,-1 0,-1 0,0 0,-4 0,0 0,-8 0,0 0,1 0,-1 0,-1 0,-2 0,40 0,-37-3,-1-1,23 2,13-6,-55 8,9 0,-19 0,19 0,-8 0,53 0,-31 0,20 0,-34 0,-8 0,11 0,0 0,-12 0,-2 0,2 0,-16 0,8 0,10 8,-4-6,26 13,-12-13,-1 13,24-6,-28 1,25-3,-32-7,1 0,28 0,16 0,-28 0,7 0,6 0,8 0,-3 0,16 0,-1 0,-15 0,3 0,-3 0,18 0,-6 0,-13 0,-2 0,-1 0,-1 0,-2 0,-1 0,-6 0,-1 0,9 0,3 0,19 0,2 0,-18 0,1 0,17 0,-2 0,-29 0,-3 0,-1 0,0 0,0 0,0 0,-8 0,1 0,16 0,2 0,-10 0,3 0,28 0,3 0,-17 0,-1 0,18 0,-2 0,-20 0,-1 0,9 0,2 0,1 0,2 0,-18 0,3 0,1 0,5 0,2 0,1 0,6 0,1 0,1 0,4 0,1 0,3 0,-6 0,4 0,0 0,-6 0,2 0,-6 0,4 0,-9 0,3 0,-2 0,-6 0,24 0,-7 0,4 0,-1 0,1 0,-1 0,3 0,-4 0,-26 0,-5 0,-7 0,-6 0,2 0,-7 6,-7-4,-3 4,-12-6,1 0,17 0,15 0,2 0,-2 0,-15 0,-11 0,-6 0,17 0,-3 0,7 0,8 0,-8 0,-7 0,-4 0,-11 0,1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14.731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0,'66'0,"-3"0,-19 0,-5 0,5 0,-10 0,-15 5,11-4,-8 8,4-3,11-1,-14 0,9-5,-1 0,-12 4,16-2,-8 2,8-4,12 0,-16 0,4 0,-13 0,5 0,0-4,-1 3,4 1,-9 1,9 3,-8-4,5-5,-5-1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19.52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0 132,'95'0,"-20"0,-19 6,-24-5,9 5,-17-6,4 0,4 0,-7 0,21-6,-15 5,41-10,-29 9,37-9,-26 9,14-4,-21 6,8-4,2 0,12 2,-1-5,0 0,5 5,11-5,-31 7,-1 0,-10 0,1 0,1 0,0 0,13-6,-11 5,6-5,-9 6,-7 0,-1 0,8 0,17 0,-5 0,20 0,-7 0,20 0,-8 0,14-7,-31 6,-3-6,-18 7,-6 0,0 6,-6 0,-2 0,7 5,-10-9,23 9,-2-3,23-1,9 5,18-3,-7 5,-32-9,1-1,-8 3,0-1,9-5,-1 0,40 12,-45-12,-1 0,37 5,7 1,-9-6,-17 6,13-7,-12 0,0 0,12 0,-28 0,5 0,-11 0,3 0,8 0,-12 0,1 0,10 0,-16 0,29 0,-41 0,10 0,-11 0,13-6,-6 5,6-5,-7 6,-1 0,8 0,1 0,-11 0,7 0,-16 0,6 0,11 0,-3 0,0 0,-3 0,-6 0,0 0,1 0,4 0,-4 0,13 0,-6 0,6 0,-14 0,12-6,-2 5,5-5,-2 6,-6-5,0 4,0-5,-7 6,6-5,-12 4,26-10,-16 9,27-4,-28 6,12 0,-14 0,0 0,11 0,-10 0,12 0,-7 0,0 0,-7 0,20 0,-22 0,28 0,-23 0,17 0,3 0,8 0,1-6,-2 5,-15-5,-8 6,5 0,-2 0,12 0,-13 0,3 0,-11 0,-1 0,0 0,-7 0,10 0,3 0,-6 0,8 0,-18 0,9 0,7-5,-4 3,19-3,-6 5,7-6,0-1,-7 0,-1 1,-7 6,14-6,21 5,-6-11,11 11,0-12,-19 12,35-6,-30 7,15-6,-25 5,2 0,31-5,-18 6,2 0,-18 0,-2 0,5 0,0 0,-1 0,-1 0,29 0,-3 0,-20 0,-4 0,-2 0,2 0,5 0,1 0,-6 0,3 0,-5 0,16 0,11 0,-8-5,-20 4,-1 0,3-4,39 5,-59 0,10 0,-1 0,-15 5,22-4,-25 4,33-5,-8 0,28 0,-17 0,-1 0,-8 0,7 0,-12 0,11 0,-25 5,16-4,-17 4,5 0,30-4,4 4,20-5,3 0,-38 0,-2 0,33 0,6 0,-28 0,7 0,10 0,15 0,-26 0,-15 0,-26 0,-13 0,26 5,-12-4,27 4,-28-5,6 0,1 5,-4-3,3 3,0-5,-10 0,16 0,-11 6,28-5,-10 4,35-5,-12 0,16 0,-16 0,3 0,-14 6,8-4,-14 4,-4-6,-4 0,-1 6,2-5,10 5,5-6,8 6,15-4,-7 4,18 0,-15-4,-16 10,-17-11,-11 4,7-5,7 0,-13 0,10 0,-17 0,26 0,-10 0,11 0,-7 0,0 0,0 0,-6 0,29 0,-16 0,20 0,-12 0,-20 0,11 0,-19 0,4 0,-18 0,3 0,6 0,-7 0,12 0,-3 0,3-5,13 3,0-9,8 10,1-5,-6 6,-4 0,-14 0,0 0,0 0,-7 0,28 0,-15 0,19 0,-19 0,1 0,-6 0,0 0,-9 0,-6 0,6 0,-4-5,8 4,-4-9,16 4,-19 1,6-5,-9 9,1-8,6 8,-2-8,-5 7,6-8,2 9,-1-4,6 5,9-6,-5 4,11-4,-20 6,-2 0,-6 0,5-4,0 2,1-2,3 4,-8 0,10 0,-9 0,4-5,10 4,-12-4,12 0,-16 4,-1-9,10 18,-9-10,7 11,1-9,3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32.910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98,'74'0,"-7"0,-31 0,6 0,-4 0,4 0,-12 0,19 0,-2 0,21 0,-7 0,5 0,-13 5,5-3,-13 3,20-5,-1 7,32-6,2 6,-36-3,3 0,13-3,1-1,-5 4,0 0,11 0,-7-1,4-1,-17 5,-55-2,4 1,72 12,-17-9,10-1,5-2,10-1,5-1,-21-1,4-1,3 0,0-1,0 0,-2 0,1-1,0 0,1 0,4-1,-2 1,5 0,1 0,0-1,-3 2,-5-1,13 2,-4 1,-3-1,0 0,0-1,-1 0,-1-1,-2 1,12 1,-3 2,-3-1,-8 0,-3 0,-2 0,-6-1,-2 1,-2 1,23 4,-11 1,-1 5,-10-5,-21 2,-20-9,-8 8,8-4,-11-1,25 0,-6-5,38 0,7 0,6 0,-3 0,9 0,-12 0,14 0,-37 0,-5 0,3 0,35 0,-54 0,12 0,0 0,-7 0,-1 0,-14 5,-6-3,7 3,-11-5,18 0,-7 0,12-6,3 5,6-5,45-9,-8 11,-25-3,1-1,-9 4,-3 1,38-5,-4 0,-18-4,0 11,-15-5,4 6,-5 0,8 0,17 0,-25 0,4 0,0 0,1 0,4 0,-1 0,37 0,-3 0,-4 0,-37 0,1 0,44 0,-36 0,1 0,-2 0,2 0,14 0,-1 0,-17 0,-3 0,43 0,-54 0,-3 0,-19 0,26 0,-9 0,19 0,9 0,-1 0,3 0,-4-3,5 0,-2 0,28 2,0 0,-29-1,0-2,-1 2,19 2,-2 0,11 0,-2 0,-6 0,-6 0,-23 0,-1 0,16 0,-5 0,-8 0,-4 1,1-2,15-5,6 4,6-10,-11 10,-21-2,1 1,28 3,-4 0,-21 0,4 0,3 0,3 0,12 0,2 0,-10 0,-1 0,-1 0,-1 0,-5 0,0 0,15 0,-1 0,-16 0,-5 0,31 0,-44 0,-13 0,7 0,54 0,-33-7,5-2,25 4,5-2,-23-1,1-1,-2 0,26-5,-2 2,4 2,-2 0,-21 1,-4 1,-11 3,-3 2,26 3,-37 0,-10 0,-10 0,10-5,2-2,25-6,-6 0,36-1,-40 1,10 5,-12 3,-16 5,24 0,-13 0,8 0,-1 0,-13 0,44 0,-41 0,43 0,-33 0,2 0,22 0,15 0,-7 0,5 5,-43-3,-4 9,-17-10,10 10,-10-10,10 5,-4-6,6 0,-1-6,8 5,-12-4,4 0,-13-1,4-9,1-2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35.453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10,'73'23,"6"-7,-8-11,29-5,-15 0,-34 0,-1 0,30 0,18 0,-34 0,0 0,31 0,3 0,-32 0,-19 0,10 0,-20 0,6 0,15 0,-17 0,25 0,-22-5,0 3,13-4,-3 6,22 0,2 0,-7 0,-11 0,-10 0,-13 6,13-5,-6 4,-6-5,18 0,-9 0,29 0,12 0,1 0,7 0,-32 6,-6-5,-22 5,7-6,17 6,20-4,9 4,-23-5,4-2,-7 1,1 0,16 0,4 0,4 0,1 0,2 0,0 0,-3 4,-4-1,-10-2,-3 0,-1 7,-5-1,21-5,-24 5,-1 0,4-5,27 5,-21-7,7 0,-2 0,-8 0,27 0,-11 0,-27 0,0 0,24 0,-19 0,-1 0,17 0,18 0,2 0,-8 0,7-1,-1 2,-10 5,-32-5,0 0,22 5,-19-5,4-2,-4 1,4 0,20 0,2 0,-10 0,-3 0,-4 0,-2 0,-6 0,1 0,10 0,-1 0,-11 0,1 0,22 0,-2 0,17 0,-28 0,-1 0,17 0,14 0,-20 0,-1 0,-6 0,-19 0,2 0,30 0,-26 0,1 0,31 0,6 0,-24 0,-4 0,-29 0,-8 0,-9 5,18-3,2 3,55-5,-37-6,11 5,3 0,17-4,-29 4,0 2,17-1,-33 0,-4 0,-17 0,10 0,-10 5,33-4,20 4,6-5,-26 0,-2 0,10 0,-14 0,-1 0,15 0,13 6,-4-5,-31 5,2-2,-4-2,-13 7,16-7,-16 8,-6-9,7 4,64-5,-43-3,4-1,32 3,4 0,-11-2,-2-2,-13 2,-2 0,-2 3,-5-1,15-5,14 6,-25-7,2-2,-4 4,1-1,9-3,-1 0,31-4,-28 12,-3-11,17-1,-17-2,31-4,-48 6,16 5,-28-2,13 9,-19-5,17 1,-17 3,19-3,-13 5,0 0,4 0,5 0,0 0,11 0,-26 0,10 0,-4 0,-6 0,10 0,-4 0,7 0,7 0,0 5,-13-3,10 3,-10-5,13 0,-12 5,2-3,-12 8,-4-9,54 20,-55-17,44 17,-54-16,-2 1,25 3,-22-3,22-1,-16 0,1-5,3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40.952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0,'62'11,"0"0,0 3,-7-4,-2-8,13 10,12-4,-20 0,-4-4,1-1,14-3,28 0,-3 7,-22-5,-1 10,-27-11,-9 4,-12 0,11 2,-4-1,13 0,-6-6,13 5,-13-3,13 4,-13-6,6 0,-14 0,6 0,-12 0,5 0,7 0,-9 0,15 5,-5-4,9 5,-1-1,21-4,-17 5,19-1,-23-3,-1 4,-13-1,4-4,-4 4,-1-5,0 5,26-4,-25 9,32-9,-38 9,-2-9,7 14,-11-13,16 7,-12-4,8-4,-7 4,8-5,3 0,-10 0,7 0,-11-4,6-2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43.985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0 264,'52'0,"-1"0,41-6,-16 4,19-4,-39 6,1 0,40 0,-41-3,0 0,34 1,-31-5,3 0,4 7,0-1,-6-6,1 0,7 5,-1 2,-5-3,0 0,4 2,1 2,-8-1,0 0,0 0,-3 0,35 0,-1 0,-23 0,-23 0,-1 0,7 0,4 0,14 0,0 0,-8 0,-1 0,27-7,-33 5,-4-2,2 1,4 3,14 0,6 0,-20 0,11 0,-14 0,-8 0,5 0,3 0,1 0,6 0,-8 0,0 0,7 0,-12 0,11 0,-12 0,-7 0,10 0,-10 0,20 0,-5 0,6 0,-15 0,-7 0,-14 0,7 5,-4-4,13 4,4-5,46-8,-19 6,11-1,5-1,-25 4,0 0,32-4,2 0,-27 3,-1 0,7-3,1 0,-3 4,-2 0,-13 0,1 0,22 0,-2 0,-25 0,-3 0,40 0,-36 0,-38 0,4 0,7 0,8 0,-1-5,14 4,8-10,-5 6,6 1,14-5,5 1,-9 4,5 1,-2 1,-3-1,-2 0,4 0,16 0,3 0,-5 0,7 2,-3 0,12-4,-5 1,-35 4,-6 0,43 0,-20 0,-6 0,-1 0,24 0,-8-7,-32 7,2-2,-2-4,-1-1,46 5,0-5,-33 7,-2 0,9 0,18 0,-40 0,-4 0,6 0,5 0,-11 0,37 0,-18 0,21-6,-18 5,8-5,-14 6,13 0,-15 0,-6 0,10 0,-17 0,4 0,-14 0,4 0,-16 0,16 5,-11-4,6 10,0-9,6 9,10-10,-6 10,4-4,-14-1,0 0,14 0,-17-5,23 11,-25-10,18 9,3-3,1-1,13 5,-5-5,15 1,-13 10,3-10,-21 10,-9-6,-1-5,-12 3,34-9,20 4,-25-4,6-2,35 1,4 0,-8 0,1 0,10 0,-2 0,-23 3,-5 1,-6 0,-4 0,23 5,13 4,-28-5,-8-1,6-1,-13-6,22 0,5 0,0-6,-28 6,-1-1,14-11,27 11,-12-5,9 6,-18 0,3 0,-20 0,0 0,10 0,2 0,-10 0,0 0,0 0,1 0,14 0,1 0,-15 0,1 0,10 0,-3 0,18 0,-22 1,3-2,-4-2,1-1,3-1,4 1,23 0,5-2,-2-6,0 0,-6 10,2-1,10-10,-4 1,-33 10,-1 2,8-3,1-2,-2 1,0 1,-4 2,2 0,16-6,-1-2,-18 5,-2 0,11 0,1-1,-2-3,0 1,3 6,-1 0,-4-3,-1 0,-6 3,-3 2,30-1,-9-5,2 1,-31 3,0 0,21-4,-4 1,-9 4,-1 0,-8 0,35 0,-30 0,4 0,24 0,1 0,-18 0,-1 0,5 1,-5-2,13-5,-17 5,3 0,-3-2,3 0,22 3,2 0,-10-3,-2-2,-8 1,-3 0,-6-1,-4 1,22-2,-9 6,-10 0,-15 0,-1 0,-1 0,2 0,-11 0,7 0,-16 0,12 0,14 0,31-15,-26 10,3-1,-1-5,-1 0,-5 5,-2 2,34-2,-20 6,5 0,-16 0,-15 0,21 0,-22 0,31 0,-23 0,7 0,-13 0,-3 0,-13 0,6 0,2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9-30T13:27:45.987"/>
    </inkml:context>
    <inkml:brush xml:id="br0">
      <inkml:brushProperty name="width" value="0.5" units="cm"/>
      <inkml:brushProperty name="height" value="1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0 127,'80'7,"-16"-2,12-5,-14-5,4 1,3 3,4 0,25-4,2 1,-21 4,-1 0,11 0,0 0,-3 0,-4 0,-14 0,-1 0,8-1,-4 2,7 5,-22-6,0 1,15 5,-20-6,4 0,5 0,1 0,-10 0,2 0,19 0,0 0,-19 0,-1 0,13 0,0 0,-11 0,0 0,8-1,1 2,-2 3,2-1,12-1,3-2,-2 4,1 0,6-4,-1 0,-13 0,-3 0,-11 0,-2 0,3 0,-3 0,16 0,20 0,-6 0,7 0,-33 0,-1 0,27 0,-30 0,-5 0,-13 0,31-6,-35 5,10-5,-4 1,0 3,0-3,-3-1,-4 5,-1-4,6-1,-6 5,30-11,-18 11,18-5,-17 6,10-6,-6 4,4-9,0 9,4-9,0 10,3-5,-26 1,10 4,-11-4,-1 5,6 0,-12 0,12 0,-7 0,7 0,-7 0,7 0,-6 0,14 0,16 0,2 0,-3 0,0 0,-5 0,-31 0,0 0,10 0,-1 0,8 0,-3 0,0 0,0-6,-7 5,6-4,1-1,-4 5,-3-5,-4 6,-4 0,10 0,9 0,-20-4,11 2,-19-2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6E24DB-03B1-4A41-8680-5BA99A0110D6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993633-1BC1-A941-B8C9-BB52E877C7B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453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to you today about an area of biology called Bioinformatics, or otherwise known as computational biology. All about how to get </a:t>
            </a:r>
            <a:r>
              <a:rPr lang="en-US" dirty="0" err="1"/>
              <a:t>ocmoiuters</a:t>
            </a:r>
            <a:r>
              <a:rPr lang="en-US" dirty="0"/>
              <a:t> to work for us enhance biological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4CC971-CE31-7B46-B081-96258E9AA15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81903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B3ACD-E1B6-D24D-ABDF-386FCF79D8AE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7938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8151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0B3ACD-E1B6-D24D-ABDF-386FCF79D8AE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71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9993633-1BC1-A941-B8C9-BB52E877C7B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7027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0BD88E-5429-957D-0D1F-D7568901E7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9CFE51-1D06-BAE7-527D-62FCFE6B38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DEEF64-7D28-A90E-78B8-48398DB2D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3A9B2-DE3B-386C-F831-C1D44A1FD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BE545-A3CB-9DA3-DD45-A31A729FA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339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BACF6-3D80-2DF3-F217-7C0A6682B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85C4BE-B219-C8D6-B653-3B990B546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042F7B-D089-3DAC-1DA3-AA619CFA0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8B5721-E367-5B0D-A835-3D4B30AE1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D4659-076A-DA6B-A9CB-BA1D3757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898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643DF-4F66-AC6B-1898-41838F9695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E23CB6-0273-2EE0-2920-17B1ECB734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3DAD12-1A6F-6C7D-FE94-E6C4870E6C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24896C-7574-02E8-D584-A4E2E8100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E2D2C-E0A4-9D89-1EC2-787CA5328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037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A27AA-7293-ED12-2C4C-14C73F758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8F7551-DDE0-F468-92E5-E0D29CFE76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F2D66C-5419-E0A9-048C-283806FF81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045BF9-8905-B5CD-5D48-39B7CAAB7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6355A4-722E-E0D6-C5F0-CA12244DA5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57937-8E79-23B7-EB18-2710C23E1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86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BCF47-C925-B82E-CF58-50A47C845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76664A-EC58-F7CF-6F69-8D5302092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6B96BE6-2DB6-A150-99B5-AC2A3A2B70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832C68-8134-DB17-28E2-B07B0DF3B9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2D50F24-A5AD-9B9A-16BE-FF06064540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1B3837-91D0-3446-3CFB-E22A356B8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9102FA-1B6A-A675-A01E-B83EC5EAE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AE47E3-65F9-F3AF-AA4A-C5BE4E6A4F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883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FA5C8-F376-092F-884F-7A4FC68E6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A803CCE-1175-53CE-F4E5-3228CC97C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BD80D-5D82-7BE3-6E80-27F9A8D5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43BC15-7DA2-C682-7047-B993D52E7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7719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A97BE9-E56D-56BE-2635-5DB8554F9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D2763-D16A-27F3-123F-C81434216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329664-8621-D8CA-99B3-7968ECD23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12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D512DA-F301-0BBB-7E9B-8F9B8E916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F5BCEB-008B-713E-28F3-05792DEAB0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BDD05-0C4D-8DE9-E6A4-3F890D897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EA9F43-B626-00FD-23A6-4C0B9A9B4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3EAF4A-9D31-548F-9746-F7286D3AA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B7E96A-7C94-5074-9F69-C3F798FC6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6122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F7B42-55E4-FFA4-2E0C-8CAE855B0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8CA9B5A-B31F-1C86-D543-A46FD3673A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26EE0CD-DD27-0839-F837-D6F6082027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FC5FF-A6C4-720B-2AC4-565C97298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B0217B-E761-5046-26C0-F56246E7F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ABE19D-E219-E035-D8D5-2C5A2AB6D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46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19DA4-F6A1-9E68-F493-04BE843C80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E8215F-36B7-BA24-3784-FEBABA627C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93FFA-3333-FD18-CDD0-C6187BF798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82DD3F-8D81-946D-69D4-3DBF157FF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D63D45-5BC6-0B5D-3A7B-0C3DC719D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009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DE6ED7-4124-531B-B546-28D4F414970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445C0-8D26-7EF5-79D3-531277F653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80EC04-7020-0F3D-6B41-D401021E7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87A390-532B-F4BC-BFE9-A08073C03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67B45-D9CC-687D-F178-07C863DFAE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136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65991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66BCDD-2E92-75FD-045C-AD1800736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7DADC-DD7D-562F-F68C-F6EA7D119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F57A8A-CAC3-D4A6-2BD5-4E08614F5E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FB0BBA0-F29B-414E-B8DE-05AFDB89171D}" type="datetimeFigureOut">
              <a:rPr lang="en-US" smtClean="0"/>
              <a:t>10/13/26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813C03-8830-D40A-D71B-4E27A96F6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B6A1EC-D800-65EF-D201-15673262C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4EC3C-7E7E-3245-86C3-7CF28533F0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8128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stephen.chapman@liverpool.ac.uk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://bigg.ucsd.edu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jpeg"/><Relationship Id="rId3" Type="http://schemas.openxmlformats.org/officeDocument/2006/relationships/image" Target="../media/image7.png"/><Relationship Id="rId7" Type="http://schemas.openxmlformats.org/officeDocument/2006/relationships/image" Target="../media/image11.jpeg"/><Relationship Id="rId12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11" Type="http://schemas.openxmlformats.org/officeDocument/2006/relationships/image" Target="../media/image15.jpeg"/><Relationship Id="rId5" Type="http://schemas.openxmlformats.org/officeDocument/2006/relationships/image" Target="../media/image9.jpeg"/><Relationship Id="rId10" Type="http://schemas.openxmlformats.org/officeDocument/2006/relationships/image" Target="../media/image14.jpeg"/><Relationship Id="rId4" Type="http://schemas.openxmlformats.org/officeDocument/2006/relationships/image" Target="../media/image8.jpeg"/><Relationship Id="rId9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8.png"/><Relationship Id="rId7" Type="http://schemas.openxmlformats.org/officeDocument/2006/relationships/image" Target="../media/image29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2.png"/><Relationship Id="rId9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0.png"/><Relationship Id="rId2" Type="http://schemas.openxmlformats.org/officeDocument/2006/relationships/hyperlink" Target="https://www.protocols.io/view/TRIS-acetate-phosphate-TAP-medium-j8nlkwdwl5r7/v1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customXml" Target="../ink/ink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customXml" Target="../ink/ink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ature.com/articles/nbt.1487" TargetMode="Externa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academic.oup.com/bioinformatics/article/27/4/541/198624" TargetMode="External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plos.org/ploscompbiol/article?id=10.1371/journal.pcbi.1003580" TargetMode="External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13" Type="http://schemas.openxmlformats.org/officeDocument/2006/relationships/customXml" Target="../ink/ink7.xml"/><Relationship Id="rId18" Type="http://schemas.openxmlformats.org/officeDocument/2006/relationships/image" Target="../media/image54.png"/><Relationship Id="rId3" Type="http://schemas.openxmlformats.org/officeDocument/2006/relationships/hyperlink" Target="https://journals.plos.org/ploscompbiol/article?id=10.1371/journal.pcbi.1003580" TargetMode="External"/><Relationship Id="rId7" Type="http://schemas.openxmlformats.org/officeDocument/2006/relationships/customXml" Target="../ink/ink4.xml"/><Relationship Id="rId12" Type="http://schemas.openxmlformats.org/officeDocument/2006/relationships/image" Target="../media/image51.png"/><Relationship Id="rId17" Type="http://schemas.openxmlformats.org/officeDocument/2006/relationships/customXml" Target="../ink/ink9.xml"/><Relationship Id="rId2" Type="http://schemas.openxmlformats.org/officeDocument/2006/relationships/image" Target="../media/image46.png"/><Relationship Id="rId16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8.png"/><Relationship Id="rId11" Type="http://schemas.openxmlformats.org/officeDocument/2006/relationships/customXml" Target="../ink/ink6.xml"/><Relationship Id="rId5" Type="http://schemas.openxmlformats.org/officeDocument/2006/relationships/customXml" Target="../ink/ink3.xml"/><Relationship Id="rId15" Type="http://schemas.openxmlformats.org/officeDocument/2006/relationships/customXml" Target="../ink/ink8.xml"/><Relationship Id="rId10" Type="http://schemas.openxmlformats.org/officeDocument/2006/relationships/image" Target="../media/image50.png"/><Relationship Id="rId4" Type="http://schemas.openxmlformats.org/officeDocument/2006/relationships/image" Target="../media/image47.png"/><Relationship Id="rId9" Type="http://schemas.openxmlformats.org/officeDocument/2006/relationships/customXml" Target="../ink/ink5.xml"/><Relationship Id="rId14" Type="http://schemas.openxmlformats.org/officeDocument/2006/relationships/image" Target="../media/image52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3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1C1E2-9380-DA3C-C8B0-840E66896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C3606F2-9FD1-61F0-8E6C-71ED421983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36006"/>
            <a:ext cx="12192000" cy="6851905"/>
          </a:xfrm>
        </p:spPr>
      </p:pic>
    </p:spTree>
    <p:extLst>
      <p:ext uri="{BB962C8B-B14F-4D97-AF65-F5344CB8AC3E}">
        <p14:creationId xmlns:p14="http://schemas.microsoft.com/office/powerpoint/2010/main" val="588030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5BCE19A-A47F-1302-E289-90BE57133F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21890" y="4918591"/>
            <a:ext cx="6548219" cy="1136029"/>
          </a:xfrm>
        </p:spPr>
        <p:txBody>
          <a:bodyPr>
            <a:noAutofit/>
          </a:bodyPr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Dr Stephen Chapman</a:t>
            </a:r>
          </a:p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  <a:hlinkClick r:id="rId3"/>
              </a:rPr>
              <a:t>stephen.chapman@liverpool.ac.uk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logo on a black background&#10;&#10;Description automatically generated">
            <a:extLst>
              <a:ext uri="{FF2B5EF4-FFF2-40B4-BE49-F238E27FC236}">
                <a16:creationId xmlns:a16="http://schemas.microsoft.com/office/drawing/2014/main" id="{0F46D61B-6B9A-8E9A-B8B5-931698F5C6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3901" y="104226"/>
            <a:ext cx="3920076" cy="2940057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8859729A-879E-0788-0CC0-2311550C26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023" y="2235200"/>
            <a:ext cx="11695954" cy="2387600"/>
          </a:xfrm>
        </p:spPr>
        <p:txBody>
          <a:bodyPr anchor="ctr">
            <a:normAutofit fontScale="90000"/>
          </a:bodyPr>
          <a:lstStyle/>
          <a:p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CODE-M</a:t>
            </a:r>
            <a:b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5600" dirty="0">
                <a:latin typeface="Arial" panose="020B0604020202020204" pitchFamily="34" charset="0"/>
                <a:cs typeface="Arial" panose="020B0604020202020204" pitchFamily="34" charset="0"/>
              </a:rPr>
              <a:t>#4 Integrating omics as constraints into metabolic models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80920A-F59D-70EA-A715-C83C34BB3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090" y="869404"/>
            <a:ext cx="2336800" cy="140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91922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A46AA-2A26-EDD9-F733-79FDD3602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 we talked about about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3DE3C8-82B3-9C69-B4C6-B418796A9C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9" y="1825625"/>
            <a:ext cx="1168841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genome scale model is a collection of an organism's metabolism</a:t>
            </a:r>
          </a:p>
          <a:p>
            <a:r>
              <a:rPr lang="en-US" dirty="0"/>
              <a:t>Many GEM modes exist for different species</a:t>
            </a:r>
          </a:p>
          <a:p>
            <a:r>
              <a:rPr lang="en-US" dirty="0"/>
              <a:t>Stored in SBML format which lists </a:t>
            </a:r>
            <a:r>
              <a:rPr lang="en-US" b="1" dirty="0"/>
              <a:t>compartments</a:t>
            </a:r>
            <a:r>
              <a:rPr lang="en-US" dirty="0"/>
              <a:t>, </a:t>
            </a:r>
            <a:r>
              <a:rPr lang="en-US" b="1" dirty="0"/>
              <a:t>metabolites</a:t>
            </a:r>
            <a:r>
              <a:rPr lang="en-US" dirty="0"/>
              <a:t>, </a:t>
            </a:r>
            <a:r>
              <a:rPr lang="en-US" b="1" dirty="0"/>
              <a:t>reactions</a:t>
            </a:r>
            <a:r>
              <a:rPr lang="en-US" dirty="0"/>
              <a:t>, </a:t>
            </a:r>
            <a:r>
              <a:rPr lang="en-US" b="1" dirty="0"/>
              <a:t>genes</a:t>
            </a:r>
            <a:r>
              <a:rPr lang="en-US" dirty="0"/>
              <a:t> and </a:t>
            </a:r>
            <a:r>
              <a:rPr lang="en-US" b="1" dirty="0"/>
              <a:t>gene-protein reaction rules</a:t>
            </a:r>
          </a:p>
          <a:p>
            <a:r>
              <a:rPr lang="en-US" dirty="0"/>
              <a:t>Downloaded from BIGG database</a:t>
            </a:r>
          </a:p>
          <a:p>
            <a:r>
              <a:rPr lang="en-US" dirty="0"/>
              <a:t>GSMMs can be loaded and analyzed using the </a:t>
            </a:r>
            <a:r>
              <a:rPr lang="en-US" b="1" dirty="0" err="1"/>
              <a:t>COBRApy</a:t>
            </a:r>
            <a:r>
              <a:rPr lang="en-US" b="1" dirty="0"/>
              <a:t> package</a:t>
            </a:r>
          </a:p>
          <a:p>
            <a:r>
              <a:rPr lang="en-US" dirty="0"/>
              <a:t>They can be simulated using </a:t>
            </a:r>
            <a:r>
              <a:rPr lang="en-US" b="1" dirty="0"/>
              <a:t>Flux Balance Analysis</a:t>
            </a:r>
          </a:p>
          <a:p>
            <a:r>
              <a:rPr lang="en-US" b="1" dirty="0"/>
              <a:t>FBA optimises an ‘objective’ reaction, to produce a flux distribution…</a:t>
            </a:r>
          </a:p>
          <a:p>
            <a:r>
              <a:rPr lang="en-US" b="1" dirty="0"/>
              <a:t>Subject to imposed constrains</a:t>
            </a:r>
          </a:p>
        </p:txBody>
      </p:sp>
    </p:spTree>
    <p:extLst>
      <p:ext uri="{BB962C8B-B14F-4D97-AF65-F5344CB8AC3E}">
        <p14:creationId xmlns:p14="http://schemas.microsoft.com/office/powerpoint/2010/main" val="28941516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CustomShape 1"/>
          <p:cNvSpPr/>
          <p:nvPr/>
        </p:nvSpPr>
        <p:spPr>
          <a:xfrm>
            <a:off x="0" y="365040"/>
            <a:ext cx="1245616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spc="-1" dirty="0">
                <a:latin typeface="+mj-lt"/>
              </a:rPr>
              <a:t>Genome annotation allows to associate metabolic functions with genes /proteins – </a:t>
            </a:r>
            <a:r>
              <a:rPr lang="en-US" sz="4400" b="1" spc="-1" dirty="0">
                <a:latin typeface="+mj-lt"/>
              </a:rPr>
              <a:t>on the systems level</a:t>
            </a:r>
            <a:endParaRPr lang="en-US" sz="4400" b="1" strike="noStrike" spc="-1" dirty="0">
              <a:latin typeface="+mj-lt"/>
            </a:endParaRPr>
          </a:p>
        </p:txBody>
      </p:sp>
      <p:pic>
        <p:nvPicPr>
          <p:cNvPr id="113" name="Picture 76"/>
          <p:cNvPicPr/>
          <p:nvPr/>
        </p:nvPicPr>
        <p:blipFill rotWithShape="1">
          <a:blip r:embed="rId3"/>
          <a:srcRect t="29905" r="47139"/>
          <a:stretch/>
        </p:blipFill>
        <p:spPr>
          <a:xfrm>
            <a:off x="640080" y="2114520"/>
            <a:ext cx="2509200" cy="1442880"/>
          </a:xfrm>
          <a:prstGeom prst="rect">
            <a:avLst/>
          </a:prstGeom>
          <a:ln>
            <a:noFill/>
          </a:ln>
        </p:spPr>
      </p:pic>
      <p:pic>
        <p:nvPicPr>
          <p:cNvPr id="114" name="Picture 77"/>
          <p:cNvPicPr/>
          <p:nvPr/>
        </p:nvPicPr>
        <p:blipFill rotWithShape="1">
          <a:blip r:embed="rId3"/>
          <a:srcRect l="48422" t="27436"/>
          <a:stretch/>
        </p:blipFill>
        <p:spPr>
          <a:xfrm>
            <a:off x="399083" y="4129302"/>
            <a:ext cx="2689200" cy="1640520"/>
          </a:xfrm>
          <a:prstGeom prst="rect">
            <a:avLst/>
          </a:prstGeom>
          <a:ln>
            <a:noFill/>
          </a:ln>
        </p:spPr>
      </p:pic>
      <p:sp>
        <p:nvSpPr>
          <p:cNvPr id="115" name="CustomShape 2"/>
          <p:cNvSpPr/>
          <p:nvPr/>
        </p:nvSpPr>
        <p:spPr>
          <a:xfrm>
            <a:off x="2560320" y="2070462"/>
            <a:ext cx="63972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6" name="CustomShape 3"/>
          <p:cNvSpPr/>
          <p:nvPr/>
        </p:nvSpPr>
        <p:spPr>
          <a:xfrm>
            <a:off x="2611566" y="4265022"/>
            <a:ext cx="89460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117" name="CustomShape 4"/>
          <p:cNvSpPr/>
          <p:nvPr/>
        </p:nvSpPr>
        <p:spPr>
          <a:xfrm>
            <a:off x="399083" y="4561290"/>
            <a:ext cx="822600" cy="822600"/>
          </a:xfrm>
          <a:prstGeom prst="rect">
            <a:avLst/>
          </a:prstGeom>
          <a:solidFill>
            <a:srgbClr val="FFFFFE"/>
          </a:solidFill>
          <a:ln>
            <a:solidFill>
              <a:srgbClr val="FFFFFE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US"/>
          </a:p>
        </p:txBody>
      </p:sp>
      <p:pic>
        <p:nvPicPr>
          <p:cNvPr id="118" name="Picture 7"/>
          <p:cNvPicPr/>
          <p:nvPr/>
        </p:nvPicPr>
        <p:blipFill>
          <a:blip r:embed="rId4"/>
          <a:stretch/>
        </p:blipFill>
        <p:spPr>
          <a:xfrm>
            <a:off x="3822770" y="2189095"/>
            <a:ext cx="7905259" cy="4576067"/>
          </a:xfrm>
          <a:prstGeom prst="rect">
            <a:avLst/>
          </a:prstGeom>
          <a:ln>
            <a:noFill/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11B38AA-43A9-3B46-82F2-5A00640D1F7C}"/>
              </a:ext>
            </a:extLst>
          </p:cNvPr>
          <p:cNvSpPr txBox="1"/>
          <p:nvPr/>
        </p:nvSpPr>
        <p:spPr>
          <a:xfrm>
            <a:off x="501293" y="1857085"/>
            <a:ext cx="2651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 a. Annotated genome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327EB5-7007-1E30-7125-652796657813}"/>
              </a:ext>
            </a:extLst>
          </p:cNvPr>
          <p:cNvSpPr txBox="1"/>
          <p:nvPr/>
        </p:nvSpPr>
        <p:spPr>
          <a:xfrm>
            <a:off x="501293" y="3806026"/>
            <a:ext cx="2505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b. Metabolic pathway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578633-CFEF-793D-4E89-54D0AFB776FD}"/>
              </a:ext>
            </a:extLst>
          </p:cNvPr>
          <p:cNvSpPr txBox="1"/>
          <p:nvPr/>
        </p:nvSpPr>
        <p:spPr>
          <a:xfrm>
            <a:off x="3951049" y="1819763"/>
            <a:ext cx="382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c. Networks of holistic metabolism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707CC-DD1B-949C-8331-B58AEB021B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8982F-034A-F49F-CDAA-98DDB5C56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5559" y="-158023"/>
            <a:ext cx="12420600" cy="1325563"/>
          </a:xfrm>
        </p:spPr>
        <p:txBody>
          <a:bodyPr/>
          <a:lstStyle/>
          <a:p>
            <a:r>
              <a:rPr lang="en-US" dirty="0"/>
              <a:t>Metabolic models are stored in SBML format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A01502EE-D4D4-B1DE-539C-FD0E7245CB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7200" y="639000"/>
            <a:ext cx="4257897" cy="6247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b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&lt;model id=”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metabolic_model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"&gt;</a:t>
            </a:r>
            <a:endParaRPr lang="en-US" altLang="en-US" sz="1600" dirty="0">
              <a:solidFill>
                <a:srgbClr val="00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pPr lvl="0"/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listOfCompartments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&lt;...&gt;</a:t>
            </a:r>
            <a:b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listOfSpecies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geneProduct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&lt;</a:t>
            </a:r>
            <a:r>
              <a:rPr lang="en-US" altLang="en-US" sz="1600" b="1" dirty="0" err="1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listOfReactants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solidFill>
                  <a:srgbClr val="0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&lt;...&gt;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listOfProducts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</a:t>
            </a:r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   &lt;...&gt;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geneProductAssociation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listOfReactions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/model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  <a:p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alt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altLang="en-US" sz="16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sbml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3A6CCF-1A5A-55C6-92CC-B082B2F1E9B8}"/>
              </a:ext>
            </a:extLst>
          </p:cNvPr>
          <p:cNvSpPr txBox="1"/>
          <p:nvPr/>
        </p:nvSpPr>
        <p:spPr>
          <a:xfrm>
            <a:off x="7978011" y="1392690"/>
            <a:ext cx="256288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id=“c” name=”</a:t>
            </a:r>
            <a:r>
              <a:rPr lang="en-US" sz="1600" b="1" dirty="0"/>
              <a:t>cytoplasm</a:t>
            </a:r>
            <a:r>
              <a:rPr lang="en-US" sz="1600" dirty="0"/>
              <a:t>”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0FC2BA6-E5C4-0F05-84CE-3848501D7409}"/>
              </a:ext>
            </a:extLst>
          </p:cNvPr>
          <p:cNvCxnSpPr>
            <a:cxnSpLocks/>
          </p:cNvCxnSpPr>
          <p:nvPr/>
        </p:nvCxnSpPr>
        <p:spPr>
          <a:xfrm flipH="1">
            <a:off x="6276028" y="1562864"/>
            <a:ext cx="1721467" cy="154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FD0376BC-5E0B-6DBF-A444-237EB317A604}"/>
              </a:ext>
            </a:extLst>
          </p:cNvPr>
          <p:cNvGrpSpPr/>
          <p:nvPr/>
        </p:nvGrpSpPr>
        <p:grpSpPr>
          <a:xfrm>
            <a:off x="0" y="2093407"/>
            <a:ext cx="14590025" cy="3203020"/>
            <a:chOff x="0" y="1715721"/>
            <a:chExt cx="14590025" cy="32030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C8B169C8-473D-5AB3-C56F-1E15DE6D22A6}"/>
                </a:ext>
              </a:extLst>
            </p:cNvPr>
            <p:cNvSpPr txBox="1"/>
            <p:nvPr/>
          </p:nvSpPr>
          <p:spPr>
            <a:xfrm>
              <a:off x="7765325" y="1715721"/>
              <a:ext cx="4057008" cy="86177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species id=”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M_glc_D_e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 </a:t>
              </a:r>
              <a:r>
                <a:rPr lang="en-US" altLang="en-US" sz="1600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name"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D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-Glucose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  <a:br>
                <a:rPr lang="en-US" altLang="en-US" sz="1600" dirty="0">
                  <a:cs typeface="Courier New" panose="02070309020205020404" pitchFamily="49" charset="0"/>
                </a:rPr>
              </a:b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resource ”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kegg.compound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/C00031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"</a:t>
              </a:r>
            </a:p>
            <a:p>
              <a:endParaRPr lang="en-US" dirty="0"/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E8695D48-2ABA-7CA9-AE2C-2C34D76FC18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308686" y="1952337"/>
              <a:ext cx="133308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05BAC69-4687-2E3B-496F-10401DB308DF}"/>
                </a:ext>
              </a:extLst>
            </p:cNvPr>
            <p:cNvSpPr txBox="1"/>
            <p:nvPr/>
          </p:nvSpPr>
          <p:spPr>
            <a:xfrm>
              <a:off x="0" y="3425722"/>
              <a:ext cx="6400800" cy="13542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reaction id=”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R_Hex1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”, reversible=“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F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 name = “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hexokinase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resource ”</a:t>
              </a:r>
              <a:r>
                <a:rPr lang="en-US" altLang="en-US" sz="1600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k</a:t>
              </a:r>
              <a:r>
                <a:rPr lang="en-US" altLang="en-US" sz="1600" b="1" dirty="0" err="1">
                  <a:solidFill>
                    <a:srgbClr val="000000"/>
                  </a:solidFill>
                  <a:cs typeface="Courier New" panose="02070309020205020404" pitchFamily="49" charset="0"/>
                </a:rPr>
                <a:t>egg.reaction</a:t>
              </a:r>
              <a:r>
                <a:rPr lang="en-US" altLang="en-US" sz="1600" b="1" dirty="0">
                  <a:solidFill>
                    <a:srgbClr val="000000"/>
                  </a:solidFill>
                  <a:cs typeface="Courier New" panose="02070309020205020404" pitchFamily="49" charset="0"/>
                </a:rPr>
                <a:t>/R00299</a:t>
              </a:r>
              <a:r>
                <a:rPr lang="en-US" altLang="en-US" sz="1600" dirty="0">
                  <a:solidFill>
                    <a:srgbClr val="000000"/>
                  </a:solidFill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resource ”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identifiers.org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/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uniprot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/P19367</a:t>
              </a:r>
              <a:r>
                <a:rPr lang="en-US" altLang="en-US" sz="1800" dirty="0">
                  <a:cs typeface="Courier New" panose="02070309020205020404" pitchFamily="49" charset="0"/>
                </a:rPr>
                <a:t>”</a:t>
              </a:r>
            </a:p>
            <a:p>
              <a:r>
                <a:rPr lang="en-US" altLang="en-US" sz="1600" b="1" dirty="0" err="1">
                  <a:cs typeface="Courier New" panose="02070309020205020404" pitchFamily="49" charset="0"/>
                </a:rPr>
                <a:t>lowerBound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 = 0</a:t>
              </a:r>
            </a:p>
            <a:p>
              <a:r>
                <a:rPr lang="en-US" altLang="en-US" sz="1600" b="1" dirty="0" err="1">
                  <a:cs typeface="Courier New" panose="02070309020205020404" pitchFamily="49" charset="0"/>
                </a:rPr>
                <a:t>upperBound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 = 1000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498E5D0-5591-5040-6F9E-F7235040E8E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07107" y="3417680"/>
              <a:ext cx="1951263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109D352-49AA-F309-0DC9-3463DDA72626}"/>
                </a:ext>
              </a:extLst>
            </p:cNvPr>
            <p:cNvSpPr txBox="1"/>
            <p:nvPr/>
          </p:nvSpPr>
          <p:spPr>
            <a:xfrm>
              <a:off x="8172897" y="3311583"/>
              <a:ext cx="6417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cs typeface="Courier New" panose="02070309020205020404" pitchFamily="49" charset="0"/>
                </a:rPr>
                <a:t>species="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M_atp_c</a:t>
              </a:r>
              <a:r>
                <a:rPr lang="en-US" altLang="en-US" sz="1600" dirty="0">
                  <a:cs typeface="Courier New" panose="02070309020205020404" pitchFamily="49" charset="0"/>
                </a:rPr>
                <a:t>"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species=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“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M_glc_D_c</a:t>
              </a:r>
              <a:r>
                <a:rPr lang="en-US" altLang="en-US" sz="1600" dirty="0">
                  <a:cs typeface="Courier New" panose="02070309020205020404" pitchFamily="49" charset="0"/>
                </a:rPr>
                <a:t>”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65C3B9D-A89D-FBFC-1774-630095B11F7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247851" y="3875287"/>
              <a:ext cx="1585906" cy="435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25AF47E-C415-AF5F-8751-202BD2571B23}"/>
                </a:ext>
              </a:extLst>
            </p:cNvPr>
            <p:cNvSpPr txBox="1"/>
            <p:nvPr/>
          </p:nvSpPr>
          <p:spPr>
            <a:xfrm>
              <a:off x="8172897" y="4333966"/>
              <a:ext cx="6417128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en-US" sz="1600" dirty="0">
                  <a:cs typeface="Courier New" panose="02070309020205020404" pitchFamily="49" charset="0"/>
                </a:rPr>
                <a:t>species="</a:t>
              </a:r>
              <a:r>
                <a:rPr lang="en-US" altLang="en-US" sz="1600" b="1" dirty="0" err="1">
                  <a:cs typeface="Courier New" panose="02070309020205020404" pitchFamily="49" charset="0"/>
                </a:rPr>
                <a:t>M_adp_c</a:t>
              </a:r>
              <a:r>
                <a:rPr lang="en-US" altLang="en-US" sz="1600" dirty="0">
                  <a:cs typeface="Courier New" panose="02070309020205020404" pitchFamily="49" charset="0"/>
                </a:rPr>
                <a:t>"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  <a:p>
              <a:r>
                <a:rPr lang="en-US" altLang="en-US" sz="1600" dirty="0">
                  <a:cs typeface="Courier New" panose="02070309020205020404" pitchFamily="49" charset="0"/>
                </a:rPr>
                <a:t>species= 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“M_g6p_c</a:t>
              </a:r>
              <a:r>
                <a:rPr lang="en-US" altLang="en-US" sz="1600" dirty="0">
                  <a:cs typeface="Courier New" panose="02070309020205020404" pitchFamily="49" charset="0"/>
                </a:rPr>
                <a:t>” stoichiometry="</a:t>
              </a:r>
              <a:r>
                <a:rPr lang="en-US" altLang="en-US" sz="1600" b="1" dirty="0">
                  <a:cs typeface="Courier New" panose="02070309020205020404" pitchFamily="49" charset="0"/>
                </a:rPr>
                <a:t>1</a:t>
              </a:r>
              <a:r>
                <a:rPr lang="en-US" altLang="en-US" sz="1600" dirty="0">
                  <a:cs typeface="Courier New" panose="02070309020205020404" pitchFamily="49" charset="0"/>
                </a:rPr>
                <a:t>" 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4C5762B-C3E8-6B97-9F87-ADFBE6C108F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494182" y="4641874"/>
              <a:ext cx="167871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C7F13251-EB47-B088-3D0B-DCAF489CD755}"/>
              </a:ext>
            </a:extLst>
          </p:cNvPr>
          <p:cNvSpPr txBox="1"/>
          <p:nvPr/>
        </p:nvSpPr>
        <p:spPr>
          <a:xfrm>
            <a:off x="399449" y="2742319"/>
            <a:ext cx="39839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id="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G_b4232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label="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b4232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name=”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hex1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”</a:t>
            </a:r>
            <a:endParaRPr lang="en-US" dirty="0"/>
          </a:p>
          <a:p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id="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G_b4233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label="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b4233</a:t>
            </a:r>
            <a:r>
              <a:rPr lang="en-US" altLang="en-US" sz="1600" dirty="0">
                <a:solidFill>
                  <a:srgbClr val="000000"/>
                </a:solidFill>
                <a:cs typeface="Courier New" panose="02070309020205020404" pitchFamily="49" charset="0"/>
              </a:rPr>
              <a:t>" name=”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hex2</a:t>
            </a:r>
          </a:p>
          <a:p>
            <a:endParaRPr lang="en-US" sz="1600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0699BAE-8173-DF2B-5173-F7CCC2378080}"/>
              </a:ext>
            </a:extLst>
          </p:cNvPr>
          <p:cNvCxnSpPr>
            <a:cxnSpLocks/>
          </p:cNvCxnSpPr>
          <p:nvPr/>
        </p:nvCxnSpPr>
        <p:spPr>
          <a:xfrm>
            <a:off x="4229100" y="3013422"/>
            <a:ext cx="117825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95FDBE6-93A3-51B7-B91D-AA1A058FF46E}"/>
              </a:ext>
            </a:extLst>
          </p:cNvPr>
          <p:cNvSpPr txBox="1"/>
          <p:nvPr/>
        </p:nvSpPr>
        <p:spPr>
          <a:xfrm>
            <a:off x="-262739" y="5204756"/>
            <a:ext cx="733969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/>
              <a:t>          &lt;</a:t>
            </a:r>
            <a:r>
              <a:rPr lang="en-US" sz="1600" dirty="0" err="1"/>
              <a:t>fbc:</a:t>
            </a:r>
            <a:r>
              <a:rPr lang="en-US" sz="1600" b="1" dirty="0" err="1"/>
              <a:t>or</a:t>
            </a:r>
            <a:r>
              <a:rPr lang="en-US" sz="1600" dirty="0"/>
              <a:t>&gt;</a:t>
            </a:r>
          </a:p>
          <a:p>
            <a:r>
              <a:rPr lang="en-US" sz="1600" dirty="0"/>
              <a:t>              &lt;</a:t>
            </a:r>
            <a:r>
              <a:rPr lang="en-US" sz="1600" dirty="0" err="1"/>
              <a:t>fbc:geneProductRef</a:t>
            </a:r>
            <a:r>
              <a:rPr lang="en-US" sz="1600" dirty="0"/>
              <a:t> </a:t>
            </a:r>
            <a:r>
              <a:rPr lang="en-US" sz="1600" dirty="0" err="1"/>
              <a:t>fbc:geneProduct</a:t>
            </a:r>
            <a:r>
              <a:rPr lang="en-US" sz="1600" dirty="0"/>
              <a:t>="</a:t>
            </a:r>
            <a:r>
              <a:rPr lang="en-US" sz="1600" b="1" dirty="0"/>
              <a:t>G_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 b4232 </a:t>
            </a:r>
            <a:r>
              <a:rPr lang="en-US" sz="1600" dirty="0"/>
              <a:t>"/&gt;</a:t>
            </a:r>
          </a:p>
          <a:p>
            <a:r>
              <a:rPr lang="en-US" sz="1600" dirty="0"/>
              <a:t>              &lt;</a:t>
            </a:r>
            <a:r>
              <a:rPr lang="en-US" sz="1600" dirty="0" err="1"/>
              <a:t>fbc:geneProductRef</a:t>
            </a:r>
            <a:r>
              <a:rPr lang="en-US" sz="1600" dirty="0"/>
              <a:t> </a:t>
            </a:r>
            <a:r>
              <a:rPr lang="en-US" sz="1600" dirty="0" err="1"/>
              <a:t>fbc:geneProduct</a:t>
            </a:r>
            <a:r>
              <a:rPr lang="en-US" sz="1600" dirty="0"/>
              <a:t>="</a:t>
            </a:r>
            <a:r>
              <a:rPr lang="en-US" sz="1600" b="1" dirty="0"/>
              <a:t>G_</a:t>
            </a:r>
            <a:r>
              <a:rPr lang="en-US" altLang="en-US" sz="1600" b="1" dirty="0">
                <a:solidFill>
                  <a:srgbClr val="000000"/>
                </a:solidFill>
                <a:cs typeface="Courier New" panose="02070309020205020404" pitchFamily="49" charset="0"/>
              </a:rPr>
              <a:t> b42323</a:t>
            </a:r>
            <a:r>
              <a:rPr lang="en-US" sz="1600" dirty="0"/>
              <a:t>"/&gt;</a:t>
            </a:r>
          </a:p>
          <a:p>
            <a:r>
              <a:rPr lang="en-US" sz="1600" dirty="0"/>
              <a:t>          &lt;/</a:t>
            </a:r>
            <a:r>
              <a:rPr lang="en-US" sz="1600" dirty="0" err="1"/>
              <a:t>fbc:or</a:t>
            </a:r>
            <a:r>
              <a:rPr lang="en-US" sz="1600" dirty="0"/>
              <a:t>&gt;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7C14A05-69ED-06E5-74BD-E53B3960D3B3}"/>
              </a:ext>
            </a:extLst>
          </p:cNvPr>
          <p:cNvCxnSpPr>
            <a:cxnSpLocks/>
          </p:cNvCxnSpPr>
          <p:nvPr/>
        </p:nvCxnSpPr>
        <p:spPr>
          <a:xfrm>
            <a:off x="5130429" y="5727036"/>
            <a:ext cx="486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73116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B97B6-E171-F9FB-3B20-9DA0BFF41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Metabolic models are stored in </a:t>
            </a:r>
            <a:r>
              <a:rPr lang="en-US" dirty="0">
                <a:hlinkClick r:id="rId2"/>
              </a:rPr>
              <a:t>BIGG Models</a:t>
            </a:r>
            <a:endParaRPr lang="en-US" dirty="0"/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34B2F3B-AA87-7541-9F4E-06DF39FD5C1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573662" y="1293997"/>
            <a:ext cx="11044675" cy="5198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646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ustomShape 2"/>
          <p:cNvSpPr/>
          <p:nvPr/>
        </p:nvSpPr>
        <p:spPr>
          <a:xfrm>
            <a:off x="439800" y="114629"/>
            <a:ext cx="10514880" cy="132480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 dirty="0">
                <a:latin typeface="+mj-lt"/>
                <a:ea typeface="DejaVu Sans"/>
              </a:rPr>
              <a:t>Evolution of genome scale metabolic models</a:t>
            </a:r>
            <a:endParaRPr lang="en-US" sz="4400" b="0" strike="noStrike" spc="-1" dirty="0">
              <a:latin typeface="+mj-lt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D50D7EC-F489-2BE6-0717-2611957DD959}"/>
              </a:ext>
            </a:extLst>
          </p:cNvPr>
          <p:cNvGrpSpPr/>
          <p:nvPr/>
        </p:nvGrpSpPr>
        <p:grpSpPr>
          <a:xfrm>
            <a:off x="6893646" y="2053921"/>
            <a:ext cx="5291526" cy="3762468"/>
            <a:chOff x="6719490" y="2213460"/>
            <a:chExt cx="5291526" cy="3762468"/>
          </a:xfrm>
        </p:grpSpPr>
        <p:pic>
          <p:nvPicPr>
            <p:cNvPr id="7" name="Picture 83">
              <a:extLst>
                <a:ext uri="{FF2B5EF4-FFF2-40B4-BE49-F238E27FC236}">
                  <a16:creationId xmlns:a16="http://schemas.microsoft.com/office/drawing/2014/main" id="{6776DE30-3758-AC63-8348-359A4617CD30}"/>
                </a:ext>
              </a:extLst>
            </p:cNvPr>
            <p:cNvPicPr/>
            <p:nvPr/>
          </p:nvPicPr>
          <p:blipFill rotWithShape="1">
            <a:blip r:embed="rId3"/>
            <a:srcRect l="53508" r="1158"/>
            <a:stretch/>
          </p:blipFill>
          <p:spPr>
            <a:xfrm>
              <a:off x="6909363" y="2426483"/>
              <a:ext cx="5101653" cy="3549445"/>
            </a:xfrm>
            <a:prstGeom prst="rect">
              <a:avLst/>
            </a:prstGeom>
            <a:ln>
              <a:noFill/>
            </a:ln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CC4B975-F136-C857-F0D7-80775938389A}"/>
                </a:ext>
              </a:extLst>
            </p:cNvPr>
            <p:cNvSpPr/>
            <p:nvPr/>
          </p:nvSpPr>
          <p:spPr>
            <a:xfrm>
              <a:off x="6719490" y="2213460"/>
              <a:ext cx="518143" cy="5817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6D3922E-F5A0-32C3-908D-D3C5EA59FCB6}"/>
              </a:ext>
            </a:extLst>
          </p:cNvPr>
          <p:cNvGrpSpPr/>
          <p:nvPr/>
        </p:nvGrpSpPr>
        <p:grpSpPr>
          <a:xfrm>
            <a:off x="-55873" y="1490753"/>
            <a:ext cx="7903097" cy="5382069"/>
            <a:chOff x="121551" y="1490754"/>
            <a:chExt cx="7583777" cy="5096051"/>
          </a:xfrm>
        </p:grpSpPr>
        <p:sp>
          <p:nvSpPr>
            <p:cNvPr id="2" name="Right Arrow 1">
              <a:extLst>
                <a:ext uri="{FF2B5EF4-FFF2-40B4-BE49-F238E27FC236}">
                  <a16:creationId xmlns:a16="http://schemas.microsoft.com/office/drawing/2014/main" id="{1212BE61-C011-1F23-9FFB-BA3EEB6C1DE8}"/>
                </a:ext>
              </a:extLst>
            </p:cNvPr>
            <p:cNvSpPr/>
            <p:nvPr/>
          </p:nvSpPr>
          <p:spPr>
            <a:xfrm>
              <a:off x="457200" y="3776870"/>
              <a:ext cx="6578445" cy="36367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7069F445-B5C6-DD04-68E1-CF69244A13C0}"/>
                </a:ext>
              </a:extLst>
            </p:cNvPr>
            <p:cNvSpPr txBox="1"/>
            <p:nvPr/>
          </p:nvSpPr>
          <p:spPr>
            <a:xfrm>
              <a:off x="410092" y="414054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1999</a:t>
              </a:r>
            </a:p>
          </p:txBody>
        </p:sp>
        <p:pic>
          <p:nvPicPr>
            <p:cNvPr id="2050" name="Picture 2" descr="Haemophilus influenzae: Types of Infection | CDC">
              <a:extLst>
                <a:ext uri="{FF2B5EF4-FFF2-40B4-BE49-F238E27FC236}">
                  <a16:creationId xmlns:a16="http://schemas.microsoft.com/office/drawing/2014/main" id="{96F9797A-D25F-AAB7-66CD-5923F7786A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08274" y="2931989"/>
              <a:ext cx="1101262" cy="6303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2332BF2F-B0B3-F866-64B3-AED8AAC0651C}"/>
                </a:ext>
              </a:extLst>
            </p:cNvPr>
            <p:cNvCxnSpPr>
              <a:stCxn id="3" idx="0"/>
              <a:endCxn id="2050" idx="2"/>
            </p:cNvCxnSpPr>
            <p:nvPr/>
          </p:nvCxnSpPr>
          <p:spPr>
            <a:xfrm flipH="1" flipV="1">
              <a:off x="758905" y="3562341"/>
              <a:ext cx="1" cy="57820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B0E95C8-C81D-3744-1F61-390266785BB0}"/>
                </a:ext>
              </a:extLst>
            </p:cNvPr>
            <p:cNvSpPr txBox="1"/>
            <p:nvPr/>
          </p:nvSpPr>
          <p:spPr>
            <a:xfrm>
              <a:off x="121551" y="2597607"/>
              <a:ext cx="14029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H. influenza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05D9A9A-A9D3-A35E-085F-771E5CF47A97}"/>
                </a:ext>
              </a:extLst>
            </p:cNvPr>
            <p:cNvSpPr txBox="1"/>
            <p:nvPr/>
          </p:nvSpPr>
          <p:spPr>
            <a:xfrm>
              <a:off x="1162951" y="414054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2002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B626688E-5BD5-4820-F9E2-23A6914E7BD6}"/>
                </a:ext>
              </a:extLst>
            </p:cNvPr>
            <p:cNvCxnSpPr>
              <a:cxnSpLocks/>
              <a:stCxn id="15" idx="0"/>
              <a:endCxn id="2052" idx="2"/>
            </p:cNvCxnSpPr>
            <p:nvPr/>
          </p:nvCxnSpPr>
          <p:spPr>
            <a:xfrm flipH="1" flipV="1">
              <a:off x="1502344" y="2654155"/>
              <a:ext cx="9421" cy="1486387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52" name="Picture 4" descr="E. coli: What is It, How Does it Cause Infection, Symptoms &amp; Causes">
              <a:extLst>
                <a:ext uri="{FF2B5EF4-FFF2-40B4-BE49-F238E27FC236}">
                  <a16:creationId xmlns:a16="http://schemas.microsoft.com/office/drawing/2014/main" id="{FF46F917-179D-0D68-145D-2623CFFFFE1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4759" y="1820822"/>
              <a:ext cx="1015169" cy="833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2F9E6E3-7CA6-2A89-B0CD-8EA86455677B}"/>
                </a:ext>
              </a:extLst>
            </p:cNvPr>
            <p:cNvSpPr txBox="1"/>
            <p:nvPr/>
          </p:nvSpPr>
          <p:spPr>
            <a:xfrm>
              <a:off x="1008533" y="1490754"/>
              <a:ext cx="81304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E. coli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8FBAEB8-C4E5-FF6B-C134-89D4BBE3EC4E}"/>
                </a:ext>
              </a:extLst>
            </p:cNvPr>
            <p:cNvSpPr txBox="1"/>
            <p:nvPr/>
          </p:nvSpPr>
          <p:spPr>
            <a:xfrm>
              <a:off x="1912872" y="3435922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2004</a:t>
              </a:r>
            </a:p>
          </p:txBody>
        </p:sp>
        <p:pic>
          <p:nvPicPr>
            <p:cNvPr id="2054" name="Picture 6" descr="Saccharomyces cerevisiae — Wikipédia">
              <a:extLst>
                <a:ext uri="{FF2B5EF4-FFF2-40B4-BE49-F238E27FC236}">
                  <a16:creationId xmlns:a16="http://schemas.microsoft.com/office/drawing/2014/main" id="{C7044C15-8ACB-9906-923B-99D90A3BDEE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17880" y="4536166"/>
              <a:ext cx="1143000" cy="1143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113D342D-9756-4EEA-FF99-E03078E272FD}"/>
                </a:ext>
              </a:extLst>
            </p:cNvPr>
            <p:cNvCxnSpPr>
              <a:cxnSpLocks/>
              <a:endCxn id="2054" idx="0"/>
            </p:cNvCxnSpPr>
            <p:nvPr/>
          </p:nvCxnSpPr>
          <p:spPr>
            <a:xfrm flipH="1">
              <a:off x="2289380" y="3805254"/>
              <a:ext cx="1" cy="73091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1E1C3DC-1459-27C4-7F66-4270B418C0A2}"/>
                </a:ext>
              </a:extLst>
            </p:cNvPr>
            <p:cNvSpPr txBox="1"/>
            <p:nvPr/>
          </p:nvSpPr>
          <p:spPr>
            <a:xfrm>
              <a:off x="1629739" y="5679166"/>
              <a:ext cx="1505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S. cerevisiae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B65EA01E-9C9F-3862-A0B1-5A04B60C06F4}"/>
                </a:ext>
              </a:extLst>
            </p:cNvPr>
            <p:cNvSpPr txBox="1"/>
            <p:nvPr/>
          </p:nvSpPr>
          <p:spPr>
            <a:xfrm>
              <a:off x="2561574" y="413734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2005</a:t>
              </a:r>
            </a:p>
          </p:txBody>
        </p:sp>
        <p:pic>
          <p:nvPicPr>
            <p:cNvPr id="2056" name="Picture 8" descr="Poster Maison souris debout (Mus musculus) - PIXERS.FR">
              <a:extLst>
                <a:ext uri="{FF2B5EF4-FFF2-40B4-BE49-F238E27FC236}">
                  <a16:creationId xmlns:a16="http://schemas.microsoft.com/office/drawing/2014/main" id="{01313D9D-97E7-2FD4-95CF-D3AC42EB031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8341"/>
            <a:stretch/>
          </p:blipFill>
          <p:spPr bwMode="auto">
            <a:xfrm>
              <a:off x="2170442" y="2157762"/>
              <a:ext cx="1501441" cy="12143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331C8692-DB39-DD1B-2778-30D6C2830D5A}"/>
                </a:ext>
              </a:extLst>
            </p:cNvPr>
            <p:cNvCxnSpPr>
              <a:cxnSpLocks/>
              <a:stCxn id="29" idx="0"/>
              <a:endCxn id="2056" idx="2"/>
            </p:cNvCxnSpPr>
            <p:nvPr/>
          </p:nvCxnSpPr>
          <p:spPr>
            <a:xfrm flipV="1">
              <a:off x="2910388" y="3372063"/>
              <a:ext cx="10775" cy="765284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0624566-FC84-8F55-9653-1A055731D96E}"/>
                </a:ext>
              </a:extLst>
            </p:cNvPr>
            <p:cNvSpPr txBox="1"/>
            <p:nvPr/>
          </p:nvSpPr>
          <p:spPr>
            <a:xfrm>
              <a:off x="2054050" y="2073712"/>
              <a:ext cx="14798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M. musculus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21C8C76B-7EA2-F526-6FC0-00C5D2988404}"/>
                </a:ext>
              </a:extLst>
            </p:cNvPr>
            <p:cNvSpPr txBox="1"/>
            <p:nvPr/>
          </p:nvSpPr>
          <p:spPr>
            <a:xfrm>
              <a:off x="3711998" y="4143737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2007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06B9EAD3-02B4-7855-1331-A8E81F674D6C}"/>
                </a:ext>
              </a:extLst>
            </p:cNvPr>
            <p:cNvSpPr txBox="1"/>
            <p:nvPr/>
          </p:nvSpPr>
          <p:spPr>
            <a:xfrm>
              <a:off x="3466076" y="6217473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H. sapiens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C9F3BD68-D4B9-FD81-EF69-29E9FD991E65}"/>
                </a:ext>
              </a:extLst>
            </p:cNvPr>
            <p:cNvCxnSpPr>
              <a:cxnSpLocks/>
              <a:stCxn id="35" idx="0"/>
              <a:endCxn id="2060" idx="2"/>
            </p:cNvCxnSpPr>
            <p:nvPr/>
          </p:nvCxnSpPr>
          <p:spPr>
            <a:xfrm flipH="1" flipV="1">
              <a:off x="4058317" y="3397848"/>
              <a:ext cx="2495" cy="74588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60" name="Picture 12" descr="Mycobacterium tuberculosis - Cusabio">
              <a:extLst>
                <a:ext uri="{FF2B5EF4-FFF2-40B4-BE49-F238E27FC236}">
                  <a16:creationId xmlns:a16="http://schemas.microsoft.com/office/drawing/2014/main" id="{3E19145E-14B4-D054-B0FD-74F6AFA15086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0434"/>
            <a:stretch/>
          </p:blipFill>
          <p:spPr bwMode="auto">
            <a:xfrm>
              <a:off x="3573698" y="2192544"/>
              <a:ext cx="969238" cy="12053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80A6AE4C-AAF8-DAEB-67FE-18728CB54E64}"/>
                </a:ext>
              </a:extLst>
            </p:cNvPr>
            <p:cNvSpPr txBox="1"/>
            <p:nvPr/>
          </p:nvSpPr>
          <p:spPr>
            <a:xfrm>
              <a:off x="3093066" y="1805475"/>
              <a:ext cx="1736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M. tuberculosis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0219EA87-690F-D216-1B3C-2AA5593EA091}"/>
                </a:ext>
              </a:extLst>
            </p:cNvPr>
            <p:cNvSpPr txBox="1"/>
            <p:nvPr/>
          </p:nvSpPr>
          <p:spPr>
            <a:xfrm>
              <a:off x="4643713" y="4170405"/>
              <a:ext cx="6976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2010</a:t>
              </a:r>
            </a:p>
          </p:txBody>
        </p:sp>
        <p:pic>
          <p:nvPicPr>
            <p:cNvPr id="2062" name="Picture 14">
              <a:extLst>
                <a:ext uri="{FF2B5EF4-FFF2-40B4-BE49-F238E27FC236}">
                  <a16:creationId xmlns:a16="http://schemas.microsoft.com/office/drawing/2014/main" id="{A80E12ED-C602-D80C-BF0D-C350D49C40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76506" y="2213460"/>
              <a:ext cx="1032042" cy="15480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C62A4D4E-EE2C-0769-8BAA-88518BF2C5E4}"/>
                </a:ext>
              </a:extLst>
            </p:cNvPr>
            <p:cNvSpPr txBox="1"/>
            <p:nvPr/>
          </p:nvSpPr>
          <p:spPr>
            <a:xfrm>
              <a:off x="4762241" y="1820822"/>
              <a:ext cx="12747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A. thaliana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E228BB3-D4AB-C6CA-E351-0E1A2C546B66}"/>
                </a:ext>
              </a:extLst>
            </p:cNvPr>
            <p:cNvSpPr txBox="1"/>
            <p:nvPr/>
          </p:nvSpPr>
          <p:spPr>
            <a:xfrm>
              <a:off x="5253705" y="3509851"/>
              <a:ext cx="68050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2011</a:t>
              </a:r>
            </a:p>
          </p:txBody>
        </p:sp>
        <p:pic>
          <p:nvPicPr>
            <p:cNvPr id="2064" name="Picture 16" descr="Development of a synthetic gene expression system in Chlamydomonas  reinhardtii — OpenPlant">
              <a:extLst>
                <a:ext uri="{FF2B5EF4-FFF2-40B4-BE49-F238E27FC236}">
                  <a16:creationId xmlns:a16="http://schemas.microsoft.com/office/drawing/2014/main" id="{34A1DA2D-10ED-22AC-3FEB-48E7D229D57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6509" y="4435825"/>
              <a:ext cx="1497148" cy="13988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8" name="Straight Arrow Connector 47">
              <a:extLst>
                <a:ext uri="{FF2B5EF4-FFF2-40B4-BE49-F238E27FC236}">
                  <a16:creationId xmlns:a16="http://schemas.microsoft.com/office/drawing/2014/main" id="{D7136A68-7331-8AFC-897C-76CDC67EB966}"/>
                </a:ext>
              </a:extLst>
            </p:cNvPr>
            <p:cNvCxnSpPr>
              <a:cxnSpLocks/>
              <a:stCxn id="46" idx="2"/>
            </p:cNvCxnSpPr>
            <p:nvPr/>
          </p:nvCxnSpPr>
          <p:spPr>
            <a:xfrm>
              <a:off x="5593959" y="3879183"/>
              <a:ext cx="6835" cy="80993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A45B537E-F839-53DF-6272-8238ECC168B2}"/>
                </a:ext>
              </a:extLst>
            </p:cNvPr>
            <p:cNvSpPr txBox="1"/>
            <p:nvPr/>
          </p:nvSpPr>
          <p:spPr>
            <a:xfrm>
              <a:off x="5013460" y="5665565"/>
              <a:ext cx="14927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C. reinhardtii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428B9822-589B-C7F3-C399-D0B7096F350F}"/>
                </a:ext>
              </a:extLst>
            </p:cNvPr>
            <p:cNvCxnSpPr>
              <a:cxnSpLocks/>
              <a:endCxn id="2068" idx="2"/>
            </p:cNvCxnSpPr>
            <p:nvPr/>
          </p:nvCxnSpPr>
          <p:spPr>
            <a:xfrm flipH="1" flipV="1">
              <a:off x="6291049" y="3525327"/>
              <a:ext cx="6870" cy="609529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16E592E-795C-05E1-076B-505D495A49EF}"/>
                </a:ext>
              </a:extLst>
            </p:cNvPr>
            <p:cNvSpPr txBox="1"/>
            <p:nvPr/>
          </p:nvSpPr>
          <p:spPr>
            <a:xfrm>
              <a:off x="5302106" y="2142718"/>
              <a:ext cx="24032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human mitochondrion</a:t>
              </a:r>
            </a:p>
          </p:txBody>
        </p:sp>
        <p:pic>
          <p:nvPicPr>
            <p:cNvPr id="2068" name="Picture 20" descr="Mitochondrion, SEM - Stock Image C001/2590 | Scanning electron micrograph,  Cell biology, Mitochondria">
              <a:extLst>
                <a:ext uri="{FF2B5EF4-FFF2-40B4-BE49-F238E27FC236}">
                  <a16:creationId xmlns:a16="http://schemas.microsoft.com/office/drawing/2014/main" id="{1D09A50B-4006-F407-2F03-BA79EF359D3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19526"/>
            <a:stretch/>
          </p:blipFill>
          <p:spPr bwMode="auto">
            <a:xfrm>
              <a:off x="5664403" y="2436950"/>
              <a:ext cx="1253292" cy="10883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6327DA6A-1A3A-A867-3186-A9C79BE0AEC4}"/>
                </a:ext>
              </a:extLst>
            </p:cNvPr>
            <p:cNvCxnSpPr>
              <a:cxnSpLocks/>
              <a:stCxn id="43" idx="0"/>
              <a:endCxn id="2062" idx="2"/>
            </p:cNvCxnSpPr>
            <p:nvPr/>
          </p:nvCxnSpPr>
          <p:spPr>
            <a:xfrm flipV="1">
              <a:off x="4992527" y="3761523"/>
              <a:ext cx="0" cy="408882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AE1B0FFE-DFFF-D6D3-DDFE-268A0E088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46922" y="4488116"/>
              <a:ext cx="1222360" cy="1798110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A2A732A8-3C8A-D481-F88C-8CF36D97C88E}"/>
              </a:ext>
            </a:extLst>
          </p:cNvPr>
          <p:cNvSpPr txBox="1"/>
          <p:nvPr/>
        </p:nvSpPr>
        <p:spPr>
          <a:xfrm>
            <a:off x="6017054" y="4283256"/>
            <a:ext cx="727001" cy="3900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9A5CC-2062-BB8E-C96D-B2D553BC11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E5B309-F10E-DA46-99D3-05B9D1562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072" y="226397"/>
            <a:ext cx="1180185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Reaction bounds define allowable </a:t>
            </a:r>
            <a:r>
              <a:rPr lang="en-US" sz="4000" i="1" dirty="0"/>
              <a:t>flux</a:t>
            </a:r>
            <a:r>
              <a:rPr lang="en-US" sz="4000" dirty="0"/>
              <a:t> through a reaction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8C96A8-F2FA-1CAD-D74E-BFC989DF616A}"/>
                  </a:ext>
                </a:extLst>
              </p:cNvPr>
              <p:cNvSpPr txBox="1"/>
              <p:nvPr/>
            </p:nvSpPr>
            <p:spPr>
              <a:xfrm>
                <a:off x="342628" y="1354639"/>
                <a:ext cx="10002354" cy="14773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Flux (</a:t>
                </a:r>
                <a14:m>
                  <m:oMath xmlns:m="http://schemas.openxmlformats.org/officeDocument/2006/math">
                    <m:r>
                      <a:rPr lang="en-GB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</m:oMath>
                </a14:m>
                <a:r>
                  <a:rPr lang="en-US" dirty="0"/>
                  <a:t>) is the </a:t>
                </a:r>
                <a:r>
                  <a:rPr lang="en-US" b="1" dirty="0"/>
                  <a:t>rate </a:t>
                </a:r>
                <a:r>
                  <a:rPr lang="en-US" dirty="0"/>
                  <a:t>at which a metabolite flows through a reaction </a:t>
                </a:r>
                <a:r>
                  <a:rPr lang="en-US" b="1" dirty="0"/>
                  <a:t>per unit time </a:t>
                </a:r>
                <a:r>
                  <a:rPr lang="en-US" dirty="0"/>
                  <a:t>(mmol / </a:t>
                </a:r>
                <a:r>
                  <a:rPr lang="en-US" dirty="0" err="1"/>
                  <a:t>gDW</a:t>
                </a:r>
                <a:r>
                  <a:rPr lang="en-US" dirty="0"/>
                  <a:t> / </a:t>
                </a:r>
                <a:r>
                  <a:rPr lang="en-US" dirty="0" err="1"/>
                  <a:t>hr</a:t>
                </a:r>
                <a:r>
                  <a:rPr lang="en-US" dirty="0"/>
                  <a:t>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Does not account for amount of metabolites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Fluxes can be negative or positive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Fluxes are constrained by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lower bounds </a:t>
                </a:r>
                <a:r>
                  <a:rPr lang="en-US" dirty="0"/>
                  <a:t>and  </a:t>
                </a:r>
                <a:r>
                  <a:rPr lang="en-US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upper bounds: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568C96A8-F2FA-1CAD-D74E-BFC989DF61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628" y="1354639"/>
                <a:ext cx="10002354" cy="1477328"/>
              </a:xfrm>
              <a:prstGeom prst="rect">
                <a:avLst/>
              </a:prstGeom>
              <a:blipFill>
                <a:blip r:embed="rId2"/>
                <a:stretch>
                  <a:fillRect l="-253" t="-16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4" name="Group 63">
            <a:extLst>
              <a:ext uri="{FF2B5EF4-FFF2-40B4-BE49-F238E27FC236}">
                <a16:creationId xmlns:a16="http://schemas.microsoft.com/office/drawing/2014/main" id="{6C4E6DE4-8ECE-5B9B-DEFA-76C239D86B13}"/>
              </a:ext>
            </a:extLst>
          </p:cNvPr>
          <p:cNvGrpSpPr/>
          <p:nvPr/>
        </p:nvGrpSpPr>
        <p:grpSpPr>
          <a:xfrm>
            <a:off x="1015042" y="2181231"/>
            <a:ext cx="8675915" cy="1834805"/>
            <a:chOff x="923396" y="3331901"/>
            <a:chExt cx="8675915" cy="183480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1">
                  <a:extLst>
                    <a:ext uri="{FF2B5EF4-FFF2-40B4-BE49-F238E27FC236}">
                      <a16:creationId xmlns:a16="http://schemas.microsoft.com/office/drawing/2014/main" id="{69D115FA-4799-FC27-4D69-F12F4D0EC1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186750" y="3331901"/>
                  <a:ext cx="2412561" cy="369332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vert="horz" wrap="square" lIns="91440" tIns="45720" rIns="91440" bIns="45720" numCol="1" anchor="ctr" anchorCtr="0" compatLnSpc="1">
                  <a:prstTxWarp prst="textNoShape">
                    <a:avLst/>
                  </a:prstTxWarp>
                  <a:spAutoFit/>
                </a:bodyPr>
                <a:lstStyle>
                  <a:lvl1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lvl="0"/>
                  <a:r>
                    <a:rPr kumimoji="0" lang="en-US" altLang="en-US" sz="1800" b="1" i="1" u="none" strike="noStrike" cap="none" normalizeH="0" baseline="0" dirty="0" err="1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lb</a:t>
                  </a:r>
                  <a:r>
                    <a:rPr kumimoji="0" lang="en-US" altLang="en-US" sz="18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 ≤ </a:t>
                  </a:r>
                  <a14:m>
                    <m:oMath xmlns:m="http://schemas.openxmlformats.org/officeDocument/2006/math">
                      <m:r>
                        <a:rPr lang="en-GB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𝒗</m:t>
                      </m:r>
                      <m:r>
                        <a:rPr lang="en-GB" b="1" i="1">
                          <a:solidFill>
                            <a:srgbClr val="00206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</m:oMath>
                  </a14:m>
                  <a:r>
                    <a:rPr kumimoji="0" lang="en-US" altLang="en-US" sz="1800" b="1" i="0" u="none" strike="noStrike" cap="none" normalizeH="0" baseline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​ ≤ </a:t>
                  </a:r>
                  <a:r>
                    <a:rPr lang="en-US" altLang="en-US" b="1" i="1" dirty="0" err="1">
                      <a:solidFill>
                        <a:srgbClr val="000000"/>
                      </a:solidFill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ub</a:t>
                  </a:r>
                  <a:endParaRPr kumimoji="0" lang="en-US" altLang="en-US" sz="1800" b="1" i="1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mc:Choice>
          <mc:Fallback xmlns="">
            <p:sp>
              <p:nvSpPr>
                <p:cNvPr id="34" name="Rectangle 1">
                  <a:extLst>
                    <a:ext uri="{FF2B5EF4-FFF2-40B4-BE49-F238E27FC236}">
                      <a16:creationId xmlns:a16="http://schemas.microsoft.com/office/drawing/2014/main" id="{69D115FA-4799-FC27-4D69-F12F4D0EC11A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7186750" y="3331901"/>
                  <a:ext cx="2412561" cy="369332"/>
                </a:xfrm>
                <a:prstGeom prst="rect">
                  <a:avLst/>
                </a:prstGeom>
                <a:blipFill>
                  <a:blip r:embed="rId3"/>
                  <a:stretch>
                    <a:fillRect l="-2094" t="-10000" b="-26667"/>
                  </a:stretch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B4619C4-800A-E19E-70AE-4F8CB0A34B27}"/>
                </a:ext>
              </a:extLst>
            </p:cNvPr>
            <p:cNvGrpSpPr/>
            <p:nvPr/>
          </p:nvGrpSpPr>
          <p:grpSpPr>
            <a:xfrm>
              <a:off x="923396" y="4058710"/>
              <a:ext cx="4060015" cy="1107996"/>
              <a:chOff x="798482" y="4993553"/>
              <a:chExt cx="4060015" cy="1107996"/>
            </a:xfrm>
          </p:grpSpPr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B1C56398-8CD8-F46A-3151-6D1F05BE9083}"/>
                  </a:ext>
                </a:extLst>
              </p:cNvPr>
              <p:cNvSpPr txBox="1"/>
              <p:nvPr/>
            </p:nvSpPr>
            <p:spPr>
              <a:xfrm>
                <a:off x="1732986" y="4993553"/>
                <a:ext cx="2535168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Lower_Bound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10</a:t>
                </a:r>
              </a:p>
              <a:p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Upper_Bound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10 </a:t>
                </a:r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3564F630-9703-721C-07D5-3867CFA85A6C}"/>
                  </a:ext>
                </a:extLst>
              </p:cNvPr>
              <p:cNvGrpSpPr/>
              <p:nvPr/>
            </p:nvGrpSpPr>
            <p:grpSpPr>
              <a:xfrm>
                <a:off x="798482" y="5473384"/>
                <a:ext cx="4060015" cy="628165"/>
                <a:chOff x="1042638" y="2988661"/>
                <a:chExt cx="4060015" cy="628165"/>
              </a:xfrm>
            </p:grpSpPr>
            <p:grpSp>
              <p:nvGrpSpPr>
                <p:cNvPr id="4" name="Group 3">
                  <a:extLst>
                    <a:ext uri="{FF2B5EF4-FFF2-40B4-BE49-F238E27FC236}">
                      <a16:creationId xmlns:a16="http://schemas.microsoft.com/office/drawing/2014/main" id="{F642E56C-7BEC-AF35-AD8F-E410D4320AC2}"/>
                    </a:ext>
                  </a:extLst>
                </p:cNvPr>
                <p:cNvGrpSpPr/>
                <p:nvPr/>
              </p:nvGrpSpPr>
              <p:grpSpPr>
                <a:xfrm>
                  <a:off x="1042638" y="2988661"/>
                  <a:ext cx="4060015" cy="628165"/>
                  <a:chOff x="3268243" y="2897599"/>
                  <a:chExt cx="4060015" cy="628165"/>
                </a:xfrm>
              </p:grpSpPr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Rectangle 1">
                        <a:extLst>
                          <a:ext uri="{FF2B5EF4-FFF2-40B4-BE49-F238E27FC236}">
                            <a16:creationId xmlns:a16="http://schemas.microsoft.com/office/drawing/2014/main" id="{ED86AEBA-8AFB-38A8-027A-45B55920C547}"/>
                          </a:ext>
                        </a:extLst>
                      </p:cNvPr>
                      <p:cNvSpPr>
                        <a:spLocks noChangeArrowheads="1"/>
                      </p:cNvSpPr>
                      <p:nvPr/>
                    </p:nvSpPr>
                    <p:spPr bwMode="auto">
                      <a:xfrm>
                        <a:off x="4463104" y="3156432"/>
                        <a:ext cx="1146557" cy="3693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vert="horz" wrap="square" lIns="91440" tIns="45720" rIns="91440" bIns="45720" numCol="1" anchor="ctr" anchorCtr="0" compatLnSpc="1">
                        <a:prstTxWarp prst="textNoShape">
                          <a:avLst/>
                        </a:prstTxWarp>
                        <a:spAutoFit/>
                      </a:bodyPr>
                      <a:lstStyle>
                        <a:lvl1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1pPr>
                        <a:lvl2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2pPr>
                        <a:lvl3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3pPr>
                        <a:lvl4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4pPr>
                        <a:lvl5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5pPr>
                        <a:lvl6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6pPr>
                        <a:lvl7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7pPr>
                        <a:lvl8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8pPr>
                        <a:lvl9pPr eaLnBrk="0" fontAlgn="base" hangingPunct="0">
                          <a:spcBef>
                            <a:spcPct val="0"/>
                          </a:spcBef>
                          <a:spcAft>
                            <a:spcPct val="0"/>
                          </a:spcAft>
                          <a:defRPr>
                            <a:solidFill>
                              <a:schemeClr val="tx1"/>
                            </a:solidFill>
                            <a:latin typeface="Arial" panose="020B0604020202020204" pitchFamily="34" charset="0"/>
                          </a:defRPr>
                        </a:lvl9pPr>
                      </a:lstStyle>
                      <a:p>
                        <a:pPr lvl="0"/>
                        <a14:m>
                          <m:oMath xmlns:m="http://schemas.openxmlformats.org/officeDocument/2006/math">
                            <m:r>
                              <a:rPr lang="en-GB" b="1" i="1">
                                <a:solidFill>
                                  <a:srgbClr val="002060"/>
                                </a:solidFill>
                                <a:latin typeface="Cambria Math" panose="02040503050406030204" pitchFamily="18" charset="0"/>
                              </a:rPr>
                              <m:t>𝒗</m:t>
                            </m:r>
                          </m:oMath>
                        </a14:m>
                        <a:r>
                          <a:rPr lang="en-US" altLang="en-US" b="1" i="1" dirty="0">
                            <a:solidFill>
                              <a:srgbClr val="000000"/>
                            </a:solidFill>
                            <a:latin typeface="Courier New" panose="02070309020205020404" pitchFamily="49" charset="0"/>
                            <a:cs typeface="Courier New" panose="02070309020205020404" pitchFamily="49" charset="0"/>
                          </a:rPr>
                          <a:t> = 10</a:t>
                        </a:r>
                        <a:endParaRPr kumimoji="0" lang="en-US" altLang="en-US" sz="1800" b="1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Courier New" panose="02070309020205020404" pitchFamily="49" charset="0"/>
                          <a:cs typeface="Courier New" panose="02070309020205020404" pitchFamily="49" charset="0"/>
                        </a:endParaRPr>
                      </a:p>
                    </p:txBody>
                  </p:sp>
                </mc:Choice>
                <mc:Fallback xmlns="">
                  <p:sp>
                    <p:nvSpPr>
                      <p:cNvPr id="6" name="Rectangle 1">
                        <a:extLst>
                          <a:ext uri="{FF2B5EF4-FFF2-40B4-BE49-F238E27FC236}">
                            <a16:creationId xmlns:a16="http://schemas.microsoft.com/office/drawing/2014/main" id="{ED86AEBA-8AFB-38A8-027A-45B55920C54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 bwMode="auto">
                      <a:xfrm>
                        <a:off x="4463104" y="3156432"/>
                        <a:ext cx="1146557" cy="36933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t="-6667" b="-23333"/>
                        </a:stretch>
                      </a:blipFill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4C3B944D-E6A9-F6FD-9F42-45CC984E06E4}"/>
                      </a:ext>
                    </a:extLst>
                  </p:cNvPr>
                  <p:cNvGrpSpPr/>
                  <p:nvPr/>
                </p:nvGrpSpPr>
                <p:grpSpPr>
                  <a:xfrm>
                    <a:off x="3268243" y="2897599"/>
                    <a:ext cx="4060015" cy="369332"/>
                    <a:chOff x="3498358" y="3051261"/>
                    <a:chExt cx="4060015" cy="369332"/>
                  </a:xfrm>
                </p:grpSpPr>
                <p:sp>
                  <p:nvSpPr>
                    <p:cNvPr id="9" name="TextBox 8">
                      <a:extLst>
                        <a:ext uri="{FF2B5EF4-FFF2-40B4-BE49-F238E27FC236}">
                          <a16:creationId xmlns:a16="http://schemas.microsoft.com/office/drawing/2014/main" id="{DC4576D3-95F9-3023-DF8D-ACBB071FC67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498358" y="3051261"/>
                      <a:ext cx="4060015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r>
                        <a:rPr lang="en-GB" dirty="0">
                          <a:solidFill>
                            <a:schemeClr val="dk1"/>
                          </a:solidFill>
                        </a:rPr>
                        <a:t>substrate</a:t>
                      </a:r>
                      <a:r>
                        <a:rPr lang="en-GB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		</a:t>
                      </a:r>
                      <a:r>
                        <a:rPr lang="en-GB" dirty="0">
                          <a:solidFill>
                            <a:schemeClr val="dk1"/>
                          </a:solidFill>
                        </a:rPr>
                        <a:t>    </a:t>
                      </a:r>
                      <a:r>
                        <a:rPr lang="en-GB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product</a:t>
                      </a:r>
                      <a:endParaRPr lang="en-US" dirty="0"/>
                    </a:p>
                  </p:txBody>
                </p:sp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22001BE1-0D4C-1DBE-5D2D-4AA86D57808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035296" y="3051261"/>
                      <a:ext cx="1008674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reaction</a:t>
                      </a:r>
                    </a:p>
                  </p:txBody>
                </p:sp>
              </p:grpSp>
            </p:grpSp>
            <p:cxnSp>
              <p:nvCxnSpPr>
                <p:cNvPr id="5" name="Straight Arrow Connector 4">
                  <a:extLst>
                    <a:ext uri="{FF2B5EF4-FFF2-40B4-BE49-F238E27FC236}">
                      <a16:creationId xmlns:a16="http://schemas.microsoft.com/office/drawing/2014/main" id="{7D59A1AA-D0DF-36A5-8C68-D90186A093C5}"/>
                    </a:ext>
                  </a:extLst>
                </p:cNvPr>
                <p:cNvCxnSpPr/>
                <p:nvPr/>
              </p:nvCxnSpPr>
              <p:spPr>
                <a:xfrm>
                  <a:off x="2167280" y="3181734"/>
                  <a:ext cx="1763047" cy="0"/>
                </a:xfrm>
                <a:prstGeom prst="straightConnector1">
                  <a:avLst/>
                </a:prstGeom>
                <a:ln w="95250">
                  <a:headEnd type="none"/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4FCA99D-25D3-2B4E-D288-605D510406DF}"/>
              </a:ext>
            </a:extLst>
          </p:cNvPr>
          <p:cNvGrpSpPr/>
          <p:nvPr/>
        </p:nvGrpSpPr>
        <p:grpSpPr>
          <a:xfrm>
            <a:off x="1000603" y="5322118"/>
            <a:ext cx="4060015" cy="1114739"/>
            <a:chOff x="6384168" y="2954006"/>
            <a:chExt cx="4060015" cy="1114739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EA1A552-63B8-1C5B-5496-6D5B4E7A4179}"/>
                </a:ext>
              </a:extLst>
            </p:cNvPr>
            <p:cNvSpPr txBox="1"/>
            <p:nvPr/>
          </p:nvSpPr>
          <p:spPr>
            <a:xfrm>
              <a:off x="7348036" y="2954006"/>
              <a:ext cx="2390398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Lower_Bound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0</a:t>
              </a:r>
            </a:p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Upper_Bound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0 </a:t>
              </a:r>
            </a:p>
          </p:txBody>
        </p: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B3E3EFA6-42EF-5D19-0285-DFEFD37876BC}"/>
                </a:ext>
              </a:extLst>
            </p:cNvPr>
            <p:cNvGrpSpPr/>
            <p:nvPr/>
          </p:nvGrpSpPr>
          <p:grpSpPr>
            <a:xfrm>
              <a:off x="6384168" y="3429000"/>
              <a:ext cx="4060015" cy="639745"/>
              <a:chOff x="1042638" y="2988661"/>
              <a:chExt cx="4060015" cy="639745"/>
            </a:xfrm>
          </p:grpSpPr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1D5A81A5-B2FF-B373-9282-CD0AB1B17CEA}"/>
                  </a:ext>
                </a:extLst>
              </p:cNvPr>
              <p:cNvGrpSpPr/>
              <p:nvPr/>
            </p:nvGrpSpPr>
            <p:grpSpPr>
              <a:xfrm>
                <a:off x="1042638" y="2988661"/>
                <a:ext cx="4060015" cy="639745"/>
                <a:chOff x="3268243" y="2897599"/>
                <a:chExt cx="4060015" cy="639745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0" name="Rectangle 1">
                      <a:extLst>
                        <a:ext uri="{FF2B5EF4-FFF2-40B4-BE49-F238E27FC236}">
                          <a16:creationId xmlns:a16="http://schemas.microsoft.com/office/drawing/2014/main" id="{18FC93BD-EC69-4D2F-3DA2-893A64D9A4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760393" y="3168012"/>
                      <a:ext cx="1008674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lvl="0"/>
                      <a14:m>
                        <m:oMath xmlns:m="http://schemas.openxmlformats.org/officeDocument/2006/math">
                          <m:r>
                            <a:rPr lang="en-GB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oMath>
                      </a14:m>
                      <a:r>
                        <a:rPr lang="en-US" altLang="en-US" b="1" i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0</a:t>
                      </a:r>
                      <a:endParaRPr kumimoji="0" lang="en-US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20" name="Rectangle 1">
                      <a:extLst>
                        <a:ext uri="{FF2B5EF4-FFF2-40B4-BE49-F238E27FC236}">
                          <a16:creationId xmlns:a16="http://schemas.microsoft.com/office/drawing/2014/main" id="{18FC93BD-EC69-4D2F-3DA2-893A64D9A425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760393" y="3168012"/>
                      <a:ext cx="1008674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t="-6667" b="-26667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DF5C82C0-6FA1-CC1C-0365-A1B972B58570}"/>
                    </a:ext>
                  </a:extLst>
                </p:cNvPr>
                <p:cNvGrpSpPr/>
                <p:nvPr/>
              </p:nvGrpSpPr>
              <p:grpSpPr>
                <a:xfrm>
                  <a:off x="3268243" y="2897599"/>
                  <a:ext cx="4060015" cy="369332"/>
                  <a:chOff x="3498358" y="3051261"/>
                  <a:chExt cx="4060015" cy="369332"/>
                </a:xfrm>
              </p:grpSpPr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E26B4463-D4D4-BCD5-309B-B6313E621254}"/>
                      </a:ext>
                    </a:extLst>
                  </p:cNvPr>
                  <p:cNvSpPr txBox="1"/>
                  <p:nvPr/>
                </p:nvSpPr>
                <p:spPr>
                  <a:xfrm>
                    <a:off x="3498358" y="3051261"/>
                    <a:ext cx="40600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dirty="0">
                        <a:solidFill>
                          <a:schemeClr val="dk1"/>
                        </a:solidFill>
                      </a:rPr>
                      <a:t>substrate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		</a:t>
                    </a:r>
                    <a:r>
                      <a:rPr lang="en-GB" dirty="0">
                        <a:solidFill>
                          <a:schemeClr val="dk1"/>
                        </a:solidFill>
                      </a:rPr>
                      <a:t>    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product</a:t>
                    </a:r>
                    <a:endParaRPr lang="en-US" dirty="0"/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FAF86C47-96D3-E1F8-2E7A-949F07898D16}"/>
                      </a:ext>
                    </a:extLst>
                  </p:cNvPr>
                  <p:cNvSpPr txBox="1"/>
                  <p:nvPr/>
                </p:nvSpPr>
                <p:spPr>
                  <a:xfrm>
                    <a:off x="5035296" y="3051261"/>
                    <a:ext cx="1008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reaction</a:t>
                    </a:r>
                  </a:p>
                </p:txBody>
              </p:sp>
            </p:grpSp>
          </p:grpSp>
          <p:cxnSp>
            <p:nvCxnSpPr>
              <p:cNvPr id="19" name="Straight Arrow Connector 18">
                <a:extLst>
                  <a:ext uri="{FF2B5EF4-FFF2-40B4-BE49-F238E27FC236}">
                    <a16:creationId xmlns:a16="http://schemas.microsoft.com/office/drawing/2014/main" id="{D308E9AD-DAE8-ADE3-A0F3-332626BC3A0D}"/>
                  </a:ext>
                </a:extLst>
              </p:cNvPr>
              <p:cNvCxnSpPr/>
              <p:nvPr/>
            </p:nvCxnSpPr>
            <p:spPr>
              <a:xfrm>
                <a:off x="2167280" y="3181734"/>
                <a:ext cx="1763047" cy="0"/>
              </a:xfrm>
              <a:prstGeom prst="straightConnector1">
                <a:avLst/>
              </a:prstGeom>
              <a:ln w="95250"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60CA1775-1B38-E760-D683-1A80E129E8DE}"/>
              </a:ext>
            </a:extLst>
          </p:cNvPr>
          <p:cNvGrpSpPr/>
          <p:nvPr/>
        </p:nvGrpSpPr>
        <p:grpSpPr>
          <a:xfrm>
            <a:off x="1015042" y="4124830"/>
            <a:ext cx="4060015" cy="1116528"/>
            <a:chOff x="6441434" y="5011719"/>
            <a:chExt cx="4060015" cy="1116528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B64EB64-43F3-122C-4105-906866C89398}"/>
                </a:ext>
              </a:extLst>
            </p:cNvPr>
            <p:cNvSpPr txBox="1"/>
            <p:nvPr/>
          </p:nvSpPr>
          <p:spPr>
            <a:xfrm>
              <a:off x="7388284" y="5011719"/>
              <a:ext cx="25282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Lower_Bound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0</a:t>
              </a:r>
            </a:p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Upper_Bound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10 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490F86A-DFEE-215C-CA20-AE77852C8C9D}"/>
                </a:ext>
              </a:extLst>
            </p:cNvPr>
            <p:cNvGrpSpPr/>
            <p:nvPr/>
          </p:nvGrpSpPr>
          <p:grpSpPr>
            <a:xfrm>
              <a:off x="6441434" y="5473384"/>
              <a:ext cx="4060015" cy="654863"/>
              <a:chOff x="1042638" y="2988661"/>
              <a:chExt cx="4060015" cy="654863"/>
            </a:xfrm>
          </p:grpSpPr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83661FA5-AF99-4ABD-023A-B39A33FCFDF2}"/>
                  </a:ext>
                </a:extLst>
              </p:cNvPr>
              <p:cNvGrpSpPr/>
              <p:nvPr/>
            </p:nvGrpSpPr>
            <p:grpSpPr>
              <a:xfrm>
                <a:off x="1042638" y="2988661"/>
                <a:ext cx="4060015" cy="654863"/>
                <a:chOff x="3268243" y="2897599"/>
                <a:chExt cx="4060015" cy="654863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0" name="Rectangle 1">
                      <a:extLst>
                        <a:ext uri="{FF2B5EF4-FFF2-40B4-BE49-F238E27FC236}">
                          <a16:creationId xmlns:a16="http://schemas.microsoft.com/office/drawing/2014/main" id="{B6CF5431-E6D8-F868-13F5-0E2AEF15FC4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1242" y="3183130"/>
                      <a:ext cx="2412561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lvl="0"/>
                      <a14:m>
                        <m:oMath xmlns:m="http://schemas.openxmlformats.org/officeDocument/2006/math">
                          <m:r>
                            <a:rPr lang="en-GB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oMath>
                      </a14:m>
                      <a:r>
                        <a:rPr lang="en-US" altLang="en-US" b="1" i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(0 … 10)</a:t>
                      </a:r>
                      <a:endParaRPr kumimoji="0" lang="en-US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30" name="Rectangle 1">
                      <a:extLst>
                        <a:ext uri="{FF2B5EF4-FFF2-40B4-BE49-F238E27FC236}">
                          <a16:creationId xmlns:a16="http://schemas.microsoft.com/office/drawing/2014/main" id="{B6CF5431-E6D8-F868-13F5-0E2AEF15FC4E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211242" y="3183130"/>
                      <a:ext cx="2412561" cy="369332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t="-6667" b="-26667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280BBE17-2E00-2EDA-88C0-632D20FD2021}"/>
                    </a:ext>
                  </a:extLst>
                </p:cNvPr>
                <p:cNvGrpSpPr/>
                <p:nvPr/>
              </p:nvGrpSpPr>
              <p:grpSpPr>
                <a:xfrm>
                  <a:off x="3268243" y="2897599"/>
                  <a:ext cx="4060015" cy="369332"/>
                  <a:chOff x="3498358" y="3051261"/>
                  <a:chExt cx="4060015" cy="369332"/>
                </a:xfrm>
              </p:grpSpPr>
              <p:sp>
                <p:nvSpPr>
                  <p:cNvPr id="35" name="TextBox 34">
                    <a:extLst>
                      <a:ext uri="{FF2B5EF4-FFF2-40B4-BE49-F238E27FC236}">
                        <a16:creationId xmlns:a16="http://schemas.microsoft.com/office/drawing/2014/main" id="{085DD3F0-28A4-DFD3-9246-B5BF94DBEF8F}"/>
                      </a:ext>
                    </a:extLst>
                  </p:cNvPr>
                  <p:cNvSpPr txBox="1"/>
                  <p:nvPr/>
                </p:nvSpPr>
                <p:spPr>
                  <a:xfrm>
                    <a:off x="3498358" y="3051261"/>
                    <a:ext cx="40600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dirty="0">
                        <a:solidFill>
                          <a:schemeClr val="dk1"/>
                        </a:solidFill>
                      </a:rPr>
                      <a:t>substrate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		</a:t>
                    </a:r>
                    <a:r>
                      <a:rPr lang="en-GB" dirty="0">
                        <a:solidFill>
                          <a:schemeClr val="dk1"/>
                        </a:solidFill>
                      </a:rPr>
                      <a:t>    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product</a:t>
                    </a:r>
                    <a:endParaRPr lang="en-US" dirty="0"/>
                  </a:p>
                </p:txBody>
              </p:sp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56A78B81-A260-632B-9377-FBC7E98B1BD6}"/>
                      </a:ext>
                    </a:extLst>
                  </p:cNvPr>
                  <p:cNvSpPr txBox="1"/>
                  <p:nvPr/>
                </p:nvSpPr>
                <p:spPr>
                  <a:xfrm>
                    <a:off x="5035296" y="3051261"/>
                    <a:ext cx="1008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reaction</a:t>
                    </a:r>
                  </a:p>
                </p:txBody>
              </p:sp>
            </p:grpSp>
          </p:grp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3A79CB1A-E795-7455-3CCB-0CCBFF4FC7B4}"/>
                  </a:ext>
                </a:extLst>
              </p:cNvPr>
              <p:cNvCxnSpPr/>
              <p:nvPr/>
            </p:nvCxnSpPr>
            <p:spPr>
              <a:xfrm>
                <a:off x="2167280" y="3181734"/>
                <a:ext cx="1763047" cy="0"/>
              </a:xfrm>
              <a:prstGeom prst="straightConnector1">
                <a:avLst/>
              </a:prstGeom>
              <a:ln w="95250">
                <a:headEnd type="non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76874B6A-056B-9E49-DD70-8BE571D28D31}"/>
              </a:ext>
            </a:extLst>
          </p:cNvPr>
          <p:cNvGrpSpPr/>
          <p:nvPr/>
        </p:nvGrpSpPr>
        <p:grpSpPr>
          <a:xfrm>
            <a:off x="6199699" y="3363457"/>
            <a:ext cx="4060015" cy="702458"/>
            <a:chOff x="1042638" y="2988661"/>
            <a:chExt cx="4060015" cy="702458"/>
          </a:xfrm>
        </p:grpSpPr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25984B0B-C12D-832B-A629-0A1E9C92CDDB}"/>
                </a:ext>
              </a:extLst>
            </p:cNvPr>
            <p:cNvGrpSpPr/>
            <p:nvPr/>
          </p:nvGrpSpPr>
          <p:grpSpPr>
            <a:xfrm>
              <a:off x="1042638" y="2988661"/>
              <a:ext cx="4060015" cy="702458"/>
              <a:chOff x="3268243" y="2897599"/>
              <a:chExt cx="4060015" cy="702458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1">
                    <a:extLst>
                      <a:ext uri="{FF2B5EF4-FFF2-40B4-BE49-F238E27FC236}">
                        <a16:creationId xmlns:a16="http://schemas.microsoft.com/office/drawing/2014/main" id="{52423ACA-5D65-D79B-27AD-790822A1D3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37673" y="3230725"/>
                    <a:ext cx="2412561" cy="369332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vert="horz" wrap="square" lIns="91440" tIns="45720" rIns="91440" bIns="45720" numCol="1" anchor="ctr" anchorCtr="0" compatLnSpc="1">
                    <a:prstTxWarp prst="textNoShape">
                      <a:avLst/>
                    </a:prstTxWarp>
                    <a:spAutoFit/>
                  </a:bodyPr>
                  <a:lstStyle>
                    <a:lvl1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1pPr>
                    <a:lvl2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2pPr>
                    <a:lvl3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3pPr>
                    <a:lvl4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4pPr>
                    <a:lvl5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5pPr>
                    <a:lvl6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6pPr>
                    <a:lvl7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7pPr>
                    <a:lvl8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8pPr>
                    <a:lvl9pPr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>
                        <a:solidFill>
                          <a:schemeClr val="tx1"/>
                        </a:solidFill>
                        <a:latin typeface="Arial" panose="020B0604020202020204" pitchFamily="34" charset="0"/>
                      </a:defRPr>
                    </a:lvl9pPr>
                  </a:lstStyle>
                  <a:p>
                    <a:pPr lvl="0"/>
                    <a14:m>
                      <m:oMath xmlns:m="http://schemas.openxmlformats.org/officeDocument/2006/math">
                        <m:r>
                          <a:rPr lang="en-GB" b="1" i="1">
                            <a:solidFill>
                              <a:srgbClr val="002060"/>
                            </a:solidFill>
                            <a:latin typeface="Cambria Math" panose="02040503050406030204" pitchFamily="18" charset="0"/>
                          </a:rPr>
                          <m:t>𝒗</m:t>
                        </m:r>
                      </m:oMath>
                    </a14:m>
                    <a:r>
                      <a:rPr lang="en-US" altLang="en-US" b="1" i="1" dirty="0">
                        <a:solidFill>
                          <a:srgbClr val="000000"/>
                        </a:solidFill>
                        <a:latin typeface="Courier New" panose="02070309020205020404" pitchFamily="49" charset="0"/>
                        <a:cs typeface="Courier New" panose="02070309020205020404" pitchFamily="49" charset="0"/>
                      </a:rPr>
                      <a:t> = (-10 … 0)</a:t>
                    </a:r>
                    <a:endParaRPr kumimoji="0" lang="en-US" altLang="en-US" sz="1800" b="1" i="1" u="none" strike="noStrike" cap="none" normalizeH="0" baseline="0" dirty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ourier New" panose="02070309020205020404" pitchFamily="49" charset="0"/>
                      <a:cs typeface="Courier New" panose="02070309020205020404" pitchFamily="49" charset="0"/>
                    </a:endParaRPr>
                  </a:p>
                </p:txBody>
              </p:sp>
            </mc:Choice>
            <mc:Fallback xmlns="">
              <p:sp>
                <p:nvSpPr>
                  <p:cNvPr id="50" name="Rectangle 1">
                    <a:extLst>
                      <a:ext uri="{FF2B5EF4-FFF2-40B4-BE49-F238E27FC236}">
                        <a16:creationId xmlns:a16="http://schemas.microsoft.com/office/drawing/2014/main" id="{52423ACA-5D65-D79B-27AD-790822A1D30F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 bwMode="auto">
                  <a:xfrm>
                    <a:off x="4437673" y="3230725"/>
                    <a:ext cx="2412561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6452" b="-22581"/>
                    </a:stretch>
                  </a:blipFill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EF111728-D562-FE21-1300-8061A85FF6E6}"/>
                  </a:ext>
                </a:extLst>
              </p:cNvPr>
              <p:cNvGrpSpPr/>
              <p:nvPr/>
            </p:nvGrpSpPr>
            <p:grpSpPr>
              <a:xfrm>
                <a:off x="3268243" y="2897599"/>
                <a:ext cx="4060015" cy="369332"/>
                <a:chOff x="3498358" y="3051261"/>
                <a:chExt cx="4060015" cy="369332"/>
              </a:xfrm>
            </p:grpSpPr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A7590FD4-14B8-D6B4-527C-45BE4003B1E7}"/>
                    </a:ext>
                  </a:extLst>
                </p:cNvPr>
                <p:cNvSpPr txBox="1"/>
                <p:nvPr/>
              </p:nvSpPr>
              <p:spPr>
                <a:xfrm>
                  <a:off x="3498358" y="3051261"/>
                  <a:ext cx="406001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GB" dirty="0">
                      <a:solidFill>
                        <a:schemeClr val="dk1"/>
                      </a:solidFill>
                    </a:rPr>
                    <a:t>substrate</a:t>
                  </a:r>
                  <a:r>
                    <a:rPr lang="en-GB" sz="1800" b="0" u="none" strike="noStrike" kern="1200" dirty="0">
                      <a:solidFill>
                        <a:schemeClr val="dk1"/>
                      </a:solidFill>
                      <a:effectLst/>
                    </a:rPr>
                    <a:t>		</a:t>
                  </a:r>
                  <a:r>
                    <a:rPr lang="en-GB" dirty="0">
                      <a:solidFill>
                        <a:schemeClr val="dk1"/>
                      </a:solidFill>
                    </a:rPr>
                    <a:t>    </a:t>
                  </a:r>
                  <a:r>
                    <a:rPr lang="en-GB" sz="1800" b="0" u="none" strike="noStrike" kern="1200" dirty="0">
                      <a:solidFill>
                        <a:schemeClr val="dk1"/>
                      </a:solidFill>
                      <a:effectLst/>
                    </a:rPr>
                    <a:t>product</a:t>
                  </a:r>
                  <a:endParaRPr lang="en-US" dirty="0"/>
                </a:p>
              </p:txBody>
            </p:sp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0DC32255-0B83-151C-5018-41D5CC6F44BE}"/>
                    </a:ext>
                  </a:extLst>
                </p:cNvPr>
                <p:cNvSpPr txBox="1"/>
                <p:nvPr/>
              </p:nvSpPr>
              <p:spPr>
                <a:xfrm>
                  <a:off x="5035296" y="3051261"/>
                  <a:ext cx="100867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>
                      <a:solidFill>
                        <a:schemeClr val="bg1"/>
                      </a:solidFill>
                    </a:rPr>
                    <a:t>reaction</a:t>
                  </a:r>
                </a:p>
              </p:txBody>
            </p:sp>
          </p:grpSp>
        </p:grp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C6539BE-3642-6BC4-E30F-F41B1100B303}"/>
                </a:ext>
              </a:extLst>
            </p:cNvPr>
            <p:cNvCxnSpPr/>
            <p:nvPr/>
          </p:nvCxnSpPr>
          <p:spPr>
            <a:xfrm>
              <a:off x="2167280" y="3181734"/>
              <a:ext cx="1763047" cy="0"/>
            </a:xfrm>
            <a:prstGeom prst="straightConnector1">
              <a:avLst/>
            </a:prstGeom>
            <a:ln w="95250">
              <a:headEnd type="triangle"/>
              <a:tailEnd type="non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1207348F-B49C-DE8F-DC0B-128458D663F0}"/>
              </a:ext>
            </a:extLst>
          </p:cNvPr>
          <p:cNvGrpSpPr/>
          <p:nvPr/>
        </p:nvGrpSpPr>
        <p:grpSpPr>
          <a:xfrm>
            <a:off x="6249856" y="5317921"/>
            <a:ext cx="4060015" cy="1167353"/>
            <a:chOff x="6441434" y="5001987"/>
            <a:chExt cx="4060015" cy="1167353"/>
          </a:xfrm>
        </p:grpSpPr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25633D12-4423-4F1E-FD16-600316E968A2}"/>
                </a:ext>
              </a:extLst>
            </p:cNvPr>
            <p:cNvSpPr txBox="1"/>
            <p:nvPr/>
          </p:nvSpPr>
          <p:spPr>
            <a:xfrm>
              <a:off x="7804178" y="5001987"/>
              <a:ext cx="2528256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lower_bound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-10</a:t>
              </a:r>
            </a:p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upper_bound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10 </a:t>
              </a:r>
            </a:p>
          </p:txBody>
        </p: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A9A647AD-69CE-7558-7661-FA248FA61D96}"/>
                </a:ext>
              </a:extLst>
            </p:cNvPr>
            <p:cNvGrpSpPr/>
            <p:nvPr/>
          </p:nvGrpSpPr>
          <p:grpSpPr>
            <a:xfrm>
              <a:off x="6441434" y="5473384"/>
              <a:ext cx="4060015" cy="695956"/>
              <a:chOff x="1042638" y="2988661"/>
              <a:chExt cx="4060015" cy="695956"/>
            </a:xfrm>
          </p:grpSpPr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BF7E0555-8EBC-B72F-16FE-AAEB2C3E9832}"/>
                  </a:ext>
                </a:extLst>
              </p:cNvPr>
              <p:cNvGrpSpPr/>
              <p:nvPr/>
            </p:nvGrpSpPr>
            <p:grpSpPr>
              <a:xfrm>
                <a:off x="1042638" y="2988661"/>
                <a:ext cx="4060015" cy="695956"/>
                <a:chOff x="3268243" y="2897599"/>
                <a:chExt cx="4060015" cy="695956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0" name="Rectangle 1">
                      <a:extLst>
                        <a:ext uri="{FF2B5EF4-FFF2-40B4-BE49-F238E27FC236}">
                          <a16:creationId xmlns:a16="http://schemas.microsoft.com/office/drawing/2014/main" id="{8D260F6E-DC3A-C53F-DE80-F24F2E762E5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172423" y="3224223"/>
                      <a:ext cx="2203969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lvl="0"/>
                      <a14:m>
                        <m:oMath xmlns:m="http://schemas.openxmlformats.org/officeDocument/2006/math">
                          <m:r>
                            <a:rPr lang="en-GB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oMath>
                      </a14:m>
                      <a:r>
                        <a:rPr lang="en-US" altLang="en-US" b="1" i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(-10 … 10)</a:t>
                      </a:r>
                      <a:endParaRPr kumimoji="0" lang="en-US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60" name="Rectangle 1">
                      <a:extLst>
                        <a:ext uri="{FF2B5EF4-FFF2-40B4-BE49-F238E27FC236}">
                          <a16:creationId xmlns:a16="http://schemas.microsoft.com/office/drawing/2014/main" id="{8D260F6E-DC3A-C53F-DE80-F24F2E762E52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172423" y="3224223"/>
                      <a:ext cx="2203969" cy="369332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t="-6667" b="-26667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61" name="Group 60">
                  <a:extLst>
                    <a:ext uri="{FF2B5EF4-FFF2-40B4-BE49-F238E27FC236}">
                      <a16:creationId xmlns:a16="http://schemas.microsoft.com/office/drawing/2014/main" id="{0D9B92C2-2FE8-C7F3-B19A-D79A847DF704}"/>
                    </a:ext>
                  </a:extLst>
                </p:cNvPr>
                <p:cNvGrpSpPr/>
                <p:nvPr/>
              </p:nvGrpSpPr>
              <p:grpSpPr>
                <a:xfrm>
                  <a:off x="3268243" y="2897599"/>
                  <a:ext cx="4060015" cy="369332"/>
                  <a:chOff x="3498358" y="3051261"/>
                  <a:chExt cx="4060015" cy="369332"/>
                </a:xfrm>
              </p:grpSpPr>
              <p:sp>
                <p:nvSpPr>
                  <p:cNvPr id="62" name="TextBox 61">
                    <a:extLst>
                      <a:ext uri="{FF2B5EF4-FFF2-40B4-BE49-F238E27FC236}">
                        <a16:creationId xmlns:a16="http://schemas.microsoft.com/office/drawing/2014/main" id="{0119C6ED-4B49-1034-8942-1724D65DD829}"/>
                      </a:ext>
                    </a:extLst>
                  </p:cNvPr>
                  <p:cNvSpPr txBox="1"/>
                  <p:nvPr/>
                </p:nvSpPr>
                <p:spPr>
                  <a:xfrm>
                    <a:off x="3498358" y="3051261"/>
                    <a:ext cx="40600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dirty="0">
                        <a:solidFill>
                          <a:schemeClr val="dk1"/>
                        </a:solidFill>
                      </a:rPr>
                      <a:t>substrate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		</a:t>
                    </a:r>
                    <a:r>
                      <a:rPr lang="en-GB" dirty="0">
                        <a:solidFill>
                          <a:schemeClr val="dk1"/>
                        </a:solidFill>
                      </a:rPr>
                      <a:t>    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product</a:t>
                    </a:r>
                    <a:endParaRPr lang="en-US" dirty="0"/>
                  </a:p>
                </p:txBody>
              </p:sp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A4D01A01-D53B-47E5-2F47-F2A586D63847}"/>
                      </a:ext>
                    </a:extLst>
                  </p:cNvPr>
                  <p:cNvSpPr txBox="1"/>
                  <p:nvPr/>
                </p:nvSpPr>
                <p:spPr>
                  <a:xfrm>
                    <a:off x="5035296" y="3051261"/>
                    <a:ext cx="1008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reaction</a:t>
                    </a:r>
                  </a:p>
                </p:txBody>
              </p:sp>
            </p:grpSp>
          </p:grp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111AA31E-9C56-C7B8-DF0D-25ADA0E5CD0F}"/>
                  </a:ext>
                </a:extLst>
              </p:cNvPr>
              <p:cNvCxnSpPr/>
              <p:nvPr/>
            </p:nvCxnSpPr>
            <p:spPr>
              <a:xfrm>
                <a:off x="2167280" y="3181734"/>
                <a:ext cx="1763047" cy="0"/>
              </a:xfrm>
              <a:prstGeom prst="straightConnector1">
                <a:avLst/>
              </a:prstGeom>
              <a:ln w="95250">
                <a:headEnd type="triangle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1DBE1B26-2B9E-A759-9FFD-91C46161A2C5}"/>
              </a:ext>
            </a:extLst>
          </p:cNvPr>
          <p:cNvGrpSpPr/>
          <p:nvPr/>
        </p:nvGrpSpPr>
        <p:grpSpPr>
          <a:xfrm>
            <a:off x="6273699" y="4108952"/>
            <a:ext cx="4060015" cy="1137635"/>
            <a:chOff x="6441434" y="5000178"/>
            <a:chExt cx="4060015" cy="1137635"/>
          </a:xfrm>
        </p:grpSpPr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EECE63E9-499E-B7A6-3863-8FF1F6647645}"/>
                </a:ext>
              </a:extLst>
            </p:cNvPr>
            <p:cNvSpPr txBox="1"/>
            <p:nvPr/>
          </p:nvSpPr>
          <p:spPr>
            <a:xfrm>
              <a:off x="7780335" y="5000178"/>
              <a:ext cx="266611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lower_bound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-10</a:t>
              </a:r>
            </a:p>
            <a:p>
              <a:r>
                <a:rPr lang="en-US" dirty="0" err="1">
                  <a:latin typeface="Courier New" panose="02070309020205020404" pitchFamily="49" charset="0"/>
                  <a:cs typeface="Courier New" panose="02070309020205020404" pitchFamily="49" charset="0"/>
                </a:rPr>
                <a:t>upper_bound</a:t>
              </a:r>
              <a:r>
                <a:rPr lang="en-US" dirty="0">
                  <a:latin typeface="Courier New" panose="02070309020205020404" pitchFamily="49" charset="0"/>
                  <a:cs typeface="Courier New" panose="02070309020205020404" pitchFamily="49" charset="0"/>
                </a:rPr>
                <a:t> = -10 </a:t>
              </a:r>
            </a:p>
          </p:txBody>
        </p: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E1D185B6-B494-3CFF-CBFC-BF13A3488D24}"/>
                </a:ext>
              </a:extLst>
            </p:cNvPr>
            <p:cNvGrpSpPr/>
            <p:nvPr/>
          </p:nvGrpSpPr>
          <p:grpSpPr>
            <a:xfrm>
              <a:off x="6441434" y="5473384"/>
              <a:ext cx="4060015" cy="664429"/>
              <a:chOff x="1042638" y="2988661"/>
              <a:chExt cx="4060015" cy="664429"/>
            </a:xfrm>
          </p:grpSpPr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DE1905B-7018-6B24-7202-461C5D312C06}"/>
                  </a:ext>
                </a:extLst>
              </p:cNvPr>
              <p:cNvGrpSpPr/>
              <p:nvPr/>
            </p:nvGrpSpPr>
            <p:grpSpPr>
              <a:xfrm>
                <a:off x="1042638" y="2988661"/>
                <a:ext cx="4060015" cy="664429"/>
                <a:chOff x="3268243" y="2897599"/>
                <a:chExt cx="4060015" cy="66442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70" name="Rectangle 1">
                      <a:extLst>
                        <a:ext uri="{FF2B5EF4-FFF2-40B4-BE49-F238E27FC236}">
                          <a16:creationId xmlns:a16="http://schemas.microsoft.com/office/drawing/2014/main" id="{A9C9BC56-9A75-906C-5652-8DC7A440AAC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4217623" y="3192696"/>
                      <a:ext cx="2412561" cy="369332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  <a:effectLst/>
                    <a:extLst>
                      <a:ext uri="{909E8E84-426E-40DD-AFC4-6F175D3DCCD1}">
                        <a14:hiddenFill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vert="horz" wrap="square" lIns="91440" tIns="45720" rIns="91440" bIns="45720" numCol="1" anchor="ctr" anchorCtr="0" compatLnSpc="1">
                      <a:prstTxWarp prst="textNoShape">
                        <a:avLst/>
                      </a:prstTxWarp>
                      <a:spAutoFit/>
                    </a:bodyPr>
                    <a:lstStyle>
                      <a:lvl1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eaLnBrk="0" fontAlgn="base" hangingPunct="0">
                        <a:spcBef>
                          <a:spcPct val="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lvl="0"/>
                      <a14:m>
                        <m:oMath xmlns:m="http://schemas.openxmlformats.org/officeDocument/2006/math">
                          <m:r>
                            <a:rPr lang="en-GB" b="1" i="1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𝒗</m:t>
                          </m:r>
                        </m:oMath>
                      </a14:m>
                      <a:r>
                        <a:rPr lang="en-US" altLang="en-US" b="1" i="1" dirty="0">
                          <a:solidFill>
                            <a:srgbClr val="000000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 = (– 10)</a:t>
                      </a:r>
                      <a:endParaRPr kumimoji="0" lang="en-US" altLang="en-US" sz="1800" b="1" i="1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70" name="Rectangle 1">
                      <a:extLst>
                        <a:ext uri="{FF2B5EF4-FFF2-40B4-BE49-F238E27FC236}">
                          <a16:creationId xmlns:a16="http://schemas.microsoft.com/office/drawing/2014/main" id="{A9C9BC56-9A75-906C-5652-8DC7A440AAC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 bwMode="auto">
                    <a:xfrm>
                      <a:off x="4217623" y="3192696"/>
                      <a:ext cx="2412561" cy="369332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t="-6667" b="-23333"/>
                      </a:stretch>
                    </a:blipFill>
                    <a:ln>
                      <a:noFill/>
                    </a:ln>
                    <a:effectLst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chemeClr val="accent1"/>
                          </a:solidFill>
                        </a14:hiddenFill>
                      </a:ext>
                      <a:ext uri="{91240B29-F687-4F45-9708-019B960494DF}">
                        <a14:hiddenLine xmlns:a14="http://schemas.microsoft.com/office/drawing/2010/main" w="9525">
                          <a:solidFill>
                            <a:schemeClr val="tx1"/>
                          </a:solidFill>
                          <a:miter lim="800000"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>
                          <a:effectLst>
                            <a:outerShdw dist="35921" dir="2700000" algn="ctr" rotWithShape="0">
                              <a:schemeClr val="bg2"/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444EFE02-A244-01C1-8907-90A068D66B71}"/>
                    </a:ext>
                  </a:extLst>
                </p:cNvPr>
                <p:cNvGrpSpPr/>
                <p:nvPr/>
              </p:nvGrpSpPr>
              <p:grpSpPr>
                <a:xfrm>
                  <a:off x="3268243" y="2897599"/>
                  <a:ext cx="4060015" cy="369332"/>
                  <a:chOff x="3498358" y="3051261"/>
                  <a:chExt cx="4060015" cy="369332"/>
                </a:xfrm>
              </p:grpSpPr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26DB2A0A-900F-7927-C046-4249ACDC0B9F}"/>
                      </a:ext>
                    </a:extLst>
                  </p:cNvPr>
                  <p:cNvSpPr txBox="1"/>
                  <p:nvPr/>
                </p:nvSpPr>
                <p:spPr>
                  <a:xfrm>
                    <a:off x="3498358" y="3051261"/>
                    <a:ext cx="4060015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lang="en-GB" dirty="0">
                        <a:solidFill>
                          <a:schemeClr val="dk1"/>
                        </a:solidFill>
                      </a:rPr>
                      <a:t>substrate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		</a:t>
                    </a:r>
                    <a:r>
                      <a:rPr lang="en-GB" dirty="0">
                        <a:solidFill>
                          <a:schemeClr val="dk1"/>
                        </a:solidFill>
                      </a:rPr>
                      <a:t>    </a:t>
                    </a:r>
                    <a:r>
                      <a:rPr lang="en-GB" sz="1800" b="0" u="none" strike="noStrike" kern="1200" dirty="0">
                        <a:solidFill>
                          <a:schemeClr val="dk1"/>
                        </a:solidFill>
                        <a:effectLst/>
                      </a:rPr>
                      <a:t>product</a:t>
                    </a:r>
                    <a:endParaRPr lang="en-US" dirty="0"/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0A11ACA2-670D-0A76-A6C7-E9E9AF9A5CBC}"/>
                      </a:ext>
                    </a:extLst>
                  </p:cNvPr>
                  <p:cNvSpPr txBox="1"/>
                  <p:nvPr/>
                </p:nvSpPr>
                <p:spPr>
                  <a:xfrm>
                    <a:off x="5035296" y="3051261"/>
                    <a:ext cx="100867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dirty="0">
                        <a:solidFill>
                          <a:schemeClr val="bg1"/>
                        </a:solidFill>
                      </a:rPr>
                      <a:t>reaction</a:t>
                    </a:r>
                  </a:p>
                </p:txBody>
              </p:sp>
            </p:grpSp>
          </p:grpSp>
          <p:cxnSp>
            <p:nvCxnSpPr>
              <p:cNvPr id="69" name="Straight Arrow Connector 68">
                <a:extLst>
                  <a:ext uri="{FF2B5EF4-FFF2-40B4-BE49-F238E27FC236}">
                    <a16:creationId xmlns:a16="http://schemas.microsoft.com/office/drawing/2014/main" id="{82252D02-D79E-8645-A75B-D3CDD6DA65E5}"/>
                  </a:ext>
                </a:extLst>
              </p:cNvPr>
              <p:cNvCxnSpPr/>
              <p:nvPr/>
            </p:nvCxnSpPr>
            <p:spPr>
              <a:xfrm>
                <a:off x="2167280" y="3181734"/>
                <a:ext cx="1763047" cy="0"/>
              </a:xfrm>
              <a:prstGeom prst="straightConnector1">
                <a:avLst/>
              </a:prstGeom>
              <a:ln w="95250">
                <a:headEnd type="triangle"/>
                <a:tailEnd type="non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67862476-4BF4-3274-4E9E-1740C224F2D0}"/>
              </a:ext>
            </a:extLst>
          </p:cNvPr>
          <p:cNvSpPr txBox="1"/>
          <p:nvPr/>
        </p:nvSpPr>
        <p:spPr>
          <a:xfrm>
            <a:off x="7555183" y="2882910"/>
            <a:ext cx="252825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lower_bound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-10</a:t>
            </a:r>
          </a:p>
          <a:p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upper_bound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= 0 </a:t>
            </a:r>
          </a:p>
        </p:txBody>
      </p:sp>
    </p:spTree>
    <p:extLst>
      <p:ext uri="{BB962C8B-B14F-4D97-AF65-F5344CB8AC3E}">
        <p14:creationId xmlns:p14="http://schemas.microsoft.com/office/powerpoint/2010/main" val="685295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90C6DE-0775-824A-4014-B735209F1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F3A1818-78A3-8C19-EC42-72E4BBA9BAE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251797" y="1170461"/>
            <a:ext cx="9361234" cy="1144800"/>
          </a:xfrm>
        </p:spPr>
        <p:txBody>
          <a:bodyPr/>
          <a:lstStyle/>
          <a:p>
            <a:pPr marL="0" indent="0">
              <a:buNone/>
            </a:pPr>
            <a:r>
              <a:rPr lang="en-US" sz="7200" dirty="0">
                <a:solidFill>
                  <a:srgbClr val="002060"/>
                </a:solidFill>
              </a:rPr>
              <a:t>Flux Balance Analysis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A689BAD-0E81-51F3-D98E-1C79118CB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GSMM’s are simulated using…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2DF566-7CC9-22FC-62F6-932A1040A1D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473" b="11001"/>
          <a:stretch/>
        </p:blipFill>
        <p:spPr>
          <a:xfrm>
            <a:off x="609480" y="2367308"/>
            <a:ext cx="4488873" cy="4350863"/>
          </a:xfrm>
          <a:prstGeom prst="rect">
            <a:avLst/>
          </a:prstGeom>
        </p:spPr>
      </p:pic>
      <p:sp>
        <p:nvSpPr>
          <p:cNvPr id="7" name="Subtitle 2">
            <a:extLst>
              <a:ext uri="{FF2B5EF4-FFF2-40B4-BE49-F238E27FC236}">
                <a16:creationId xmlns:a16="http://schemas.microsoft.com/office/drawing/2014/main" id="{4890DDEF-B1B4-C970-6838-A84B1A1D19CD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3" y="3970339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… to predict steady state, metabolic fluxes through the GSMM….</a:t>
            </a:r>
          </a:p>
          <a:p>
            <a:pPr marL="0" indent="0">
              <a:buNone/>
            </a:pPr>
            <a:endParaRPr lang="en-US" sz="3600" b="1" dirty="0">
              <a:solidFill>
                <a:srgbClr val="002060"/>
              </a:solidFill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3B0D6E9B-3456-4902-4064-9888B4586B3C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3" y="2367308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FBA implements linear programming on the GSMM…</a:t>
            </a:r>
            <a:endParaRPr lang="en-US" sz="3600" dirty="0">
              <a:solidFill>
                <a:srgbClr val="002060"/>
              </a:solidFill>
            </a:endParaRP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61DE998-ACA3-94EC-9FC8-C978D852D512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5267433" y="5439600"/>
            <a:ext cx="6093291" cy="1144800"/>
          </a:xfrm>
        </p:spPr>
        <p:txBody>
          <a:bodyPr/>
          <a:lstStyle/>
          <a:p>
            <a:pPr marL="0" indent="0">
              <a:buNone/>
            </a:pPr>
            <a:r>
              <a:rPr lang="en-US" sz="3600" b="1" dirty="0">
                <a:solidFill>
                  <a:srgbClr val="002060"/>
                </a:solidFill>
              </a:rPr>
              <a:t>… subject to the constraints</a:t>
            </a:r>
          </a:p>
          <a:p>
            <a:pPr marL="0" indent="0">
              <a:buNone/>
            </a:pPr>
            <a:endParaRPr lang="en-US" sz="3600" b="1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92635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02E428-49C5-6346-5E7B-F779D5080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AB307-0F0B-F7A4-7D1D-E9F97420C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reactions to constrain?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79E97ED-361B-2D43-14C1-EA20BA8BA3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3218" y="1590327"/>
                <a:ext cx="11466715" cy="524600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dirty="0"/>
                  <a:t>Constrain </a:t>
                </a:r>
                <a:r>
                  <a:rPr lang="en-US" sz="2400" b="1" dirty="0"/>
                  <a:t>uptake reactions </a:t>
                </a:r>
                <a:r>
                  <a:rPr lang="en-US" sz="2400" dirty="0"/>
                  <a:t>to define the growth environment</a:t>
                </a:r>
              </a:p>
              <a:p>
                <a:r>
                  <a:rPr lang="en-US" sz="2400" dirty="0"/>
                  <a:t>Eg,  </a:t>
                </a:r>
                <a:r>
                  <a:rPr lang="en-US" sz="2400" i="1" dirty="0"/>
                  <a:t>C. reinhardtii </a:t>
                </a:r>
                <a:r>
                  <a:rPr lang="en-US" sz="2400" dirty="0"/>
                  <a:t>is grown on </a:t>
                </a:r>
                <a:r>
                  <a:rPr lang="en-US" sz="2400" dirty="0">
                    <a:hlinkClick r:id="rId2"/>
                  </a:rPr>
                  <a:t>TAP medium (Tris-acetate Phosphate):</a:t>
                </a:r>
                <a:endParaRPr lang="en-US" sz="2400" dirty="0"/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TRIS base   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Phosphate Buffer 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Solution A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Hutner’s trace elements  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Glacial acetic acid                    carbon source 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CO2 uptake                     carbon source</a:t>
                </a:r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1800" dirty="0"/>
                  <a:t>Light uptake                    light source 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400" dirty="0"/>
                  <a:t>Constrain </a:t>
                </a:r>
                <a:r>
                  <a:rPr lang="en-GB" sz="2400" b="1" dirty="0"/>
                  <a:t>export reactions </a:t>
                </a:r>
                <a:r>
                  <a:rPr lang="en-GB" sz="2400" dirty="0"/>
                  <a:t>to known values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000" dirty="0"/>
                  <a:t>Lactate export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000" dirty="0"/>
                  <a:t>Oxygen export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400" b="1" dirty="0"/>
                  <a:t>Mutants</a:t>
                </a:r>
                <a:r>
                  <a:rPr lang="en-GB" sz="2400" dirty="0"/>
                  <a:t> -&gt; reaction / gene</a:t>
                </a: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000" dirty="0"/>
                  <a:t> Knock out </a:t>
                </a:r>
                <a:r>
                  <a:rPr lang="en-US" altLang="en-US" sz="2000" b="1" i="1" dirty="0" err="1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lb</a:t>
                </a:r>
                <a:r>
                  <a:rPr lang="en-US" altLang="en-US" sz="2000" b="1" i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0</a:t>
                </a:r>
                <a:r>
                  <a:rPr lang="en-US" altLang="en-US" sz="2000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≤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GB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​ ≤ </a:t>
                </a:r>
                <a:r>
                  <a:rPr lang="en-US" altLang="en-US" sz="2000" b="1" i="1" dirty="0" err="1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ub</a:t>
                </a:r>
                <a:r>
                  <a:rPr lang="en-US" altLang="en-US" sz="2000" b="1" i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0</a:t>
                </a:r>
                <a:endParaRPr lang="en-US" altLang="en-US" sz="2000" b="1" i="1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000" dirty="0"/>
                  <a:t>  Knock in reactions </a:t>
                </a:r>
                <a:r>
                  <a:rPr lang="en-GB" sz="2000" i="1" dirty="0"/>
                  <a:t>100</a:t>
                </a:r>
                <a:r>
                  <a:rPr lang="en-US" altLang="en-US" sz="2000" b="1" i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0 </a:t>
                </a:r>
                <a:r>
                  <a:rPr lang="en-US" altLang="en-US" sz="2000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≤ </a:t>
                </a:r>
                <a14:m>
                  <m:oMath xmlns:m="http://schemas.openxmlformats.org/officeDocument/2006/math">
                    <m:r>
                      <a:rPr lang="en-GB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𝒗</m:t>
                    </m:r>
                    <m:r>
                      <a:rPr lang="en-GB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en-US" sz="2000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​ ≤ </a:t>
                </a:r>
                <a:r>
                  <a:rPr lang="en-US" altLang="en-US" sz="2000" b="1" i="1" dirty="0" err="1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ub</a:t>
                </a:r>
                <a:r>
                  <a:rPr lang="en-US" altLang="en-US" sz="2000" b="1" i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 = </a:t>
                </a:r>
                <a:r>
                  <a:rPr lang="en-US" altLang="en-US" sz="2000" b="1" dirty="0">
                    <a:solidFill>
                      <a:srgbClr val="000000"/>
                    </a:solidFill>
                    <a:latin typeface="Courier New" panose="02070309020205020404" pitchFamily="49" charset="0"/>
                    <a:cs typeface="Courier New" panose="02070309020205020404" pitchFamily="49" charset="0"/>
                  </a:rPr>
                  <a:t>1000</a:t>
                </a:r>
                <a:endParaRPr lang="en-GB" sz="2000" dirty="0"/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lang="en-GB" sz="2400" b="1" dirty="0"/>
                  <a:t>Constrain internal metabolic reactions</a:t>
                </a:r>
              </a:p>
              <a:p>
                <a:pPr lvl="1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</a:pPr>
                <a:r>
                  <a:rPr lang="en-GB" sz="2000" dirty="0"/>
                  <a:t>from transcriptomics / proteomics</a:t>
                </a: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GB" sz="2400" dirty="0"/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en-GB" dirty="0"/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en-GB" dirty="0"/>
              </a:p>
              <a:p>
                <a:pPr marL="914400" lvl="2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287AA33-071A-A0B2-8465-21B276BCD8E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3218" y="1590327"/>
                <a:ext cx="11466715" cy="5246000"/>
              </a:xfrm>
              <a:blipFill>
                <a:blip r:embed="rId3"/>
                <a:stretch>
                  <a:fillRect l="-885" t="-21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A8E7D61-88FE-D51B-67F4-2166615E118D}"/>
              </a:ext>
            </a:extLst>
          </p:cNvPr>
          <p:cNvCxnSpPr/>
          <p:nvPr/>
        </p:nvCxnSpPr>
        <p:spPr>
          <a:xfrm>
            <a:off x="2635607" y="3715238"/>
            <a:ext cx="8586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46A9A4C-9B16-E2D2-AB45-5B8557292884}"/>
              </a:ext>
            </a:extLst>
          </p:cNvPr>
          <p:cNvCxnSpPr/>
          <p:nvPr/>
        </p:nvCxnSpPr>
        <p:spPr>
          <a:xfrm>
            <a:off x="2635607" y="3965418"/>
            <a:ext cx="8586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A graph with red and blue dots&#10;&#10;AI-generated content may be incorrect.">
            <a:extLst>
              <a:ext uri="{FF2B5EF4-FFF2-40B4-BE49-F238E27FC236}">
                <a16:creationId xmlns:a16="http://schemas.microsoft.com/office/drawing/2014/main" id="{174577E9-6852-358A-1F78-2A0087D1D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8362" y="2486696"/>
            <a:ext cx="4714589" cy="400617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609071C6-7DF2-6AEB-539B-9196F2A0B9E5}"/>
                  </a:ext>
                </a:extLst>
              </p14:cNvPr>
              <p14:cNvContentPartPr/>
              <p14:nvPr/>
            </p14:nvContentPartPr>
            <p14:xfrm>
              <a:off x="6990644" y="2601088"/>
              <a:ext cx="4055760" cy="7164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0DD4861-A7B0-B008-C630-A4A50A0A37F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900644" y="2421448"/>
                <a:ext cx="4235400" cy="431280"/>
              </a:xfrm>
              <a:prstGeom prst="rect">
                <a:avLst/>
              </a:prstGeom>
            </p:spPr>
          </p:pic>
        </mc:Fallback>
      </mc:AlternateContent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AF07613-EDA0-F251-EF2D-A99544B98E38}"/>
              </a:ext>
            </a:extLst>
          </p:cNvPr>
          <p:cNvCxnSpPr/>
          <p:nvPr/>
        </p:nvCxnSpPr>
        <p:spPr>
          <a:xfrm>
            <a:off x="3234258" y="3469640"/>
            <a:ext cx="8586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6127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A6332-EE35-3B26-0266-03C84AA6A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not constrain reactions individually?</a:t>
            </a: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F881A0-BAF5-A2B2-8438-F6F1563EF3F4}"/>
              </a:ext>
            </a:extLst>
          </p:cNvPr>
          <p:cNvSpPr txBox="1"/>
          <p:nvPr/>
        </p:nvSpPr>
        <p:spPr>
          <a:xfrm>
            <a:off x="114792" y="6135528"/>
            <a:ext cx="11962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Monk, J. M., </a:t>
            </a:r>
            <a:r>
              <a:rPr lang="en-GB" sz="1800" b="0" i="1" u="none" strike="noStrike" dirty="0">
                <a:solidFill>
                  <a:schemeClr val="tx1"/>
                </a:solidFill>
                <a:effectLst/>
                <a:latin typeface="+mn-lt"/>
              </a:rPr>
              <a:t>et al., 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(2017). iML1515, a knowledgebase that computes Escherichia coli traits.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Nature biotechnology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35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(10), 904-908.</a:t>
            </a:r>
            <a:endParaRPr lang="en-US" dirty="0"/>
          </a:p>
        </p:txBody>
      </p:sp>
      <p:pic>
        <p:nvPicPr>
          <p:cNvPr id="11" name="Content Placeholder 8">
            <a:extLst>
              <a:ext uri="{FF2B5EF4-FFF2-40B4-BE49-F238E27FC236}">
                <a16:creationId xmlns:a16="http://schemas.microsoft.com/office/drawing/2014/main" id="{D21D36A3-3140-66BD-98C3-6C82141C8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851" y="1558535"/>
            <a:ext cx="6736716" cy="397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4488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F459-0D5A-0901-D08C-8BC080796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1947-FBF7-3985-EEC9-F3D6A6A56C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not constrain reactions individually?</a:t>
            </a:r>
            <a:endParaRPr lang="en-US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B3660A86-2211-3DDA-1760-F1528CA8D8A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95851" y="1558535"/>
            <a:ext cx="6736716" cy="3973686"/>
          </a:xfrm>
          <a:prstGeom prst="rect">
            <a:avLst/>
          </a:prstGeom>
        </p:spPr>
      </p:pic>
      <p:sp>
        <p:nvSpPr>
          <p:cNvPr id="10" name="Right Arrow 9">
            <a:extLst>
              <a:ext uri="{FF2B5EF4-FFF2-40B4-BE49-F238E27FC236}">
                <a16:creationId xmlns:a16="http://schemas.microsoft.com/office/drawing/2014/main" id="{04E850E7-DFD4-1B00-D648-186606686E0F}"/>
              </a:ext>
            </a:extLst>
          </p:cNvPr>
          <p:cNvSpPr/>
          <p:nvPr/>
        </p:nvSpPr>
        <p:spPr>
          <a:xfrm>
            <a:off x="7032567" y="2980113"/>
            <a:ext cx="2676698" cy="448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genes</a:t>
            </a:r>
          </a:p>
        </p:txBody>
      </p:sp>
      <p:sp>
        <p:nvSpPr>
          <p:cNvPr id="11" name="Right Arrow 10">
            <a:extLst>
              <a:ext uri="{FF2B5EF4-FFF2-40B4-BE49-F238E27FC236}">
                <a16:creationId xmlns:a16="http://schemas.microsoft.com/office/drawing/2014/main" id="{E118E11A-EE06-3727-046B-D368445834AB}"/>
              </a:ext>
            </a:extLst>
          </p:cNvPr>
          <p:cNvSpPr/>
          <p:nvPr/>
        </p:nvSpPr>
        <p:spPr>
          <a:xfrm>
            <a:off x="7032567" y="3688664"/>
            <a:ext cx="2676698" cy="448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reactions</a:t>
            </a:r>
          </a:p>
        </p:txBody>
      </p:sp>
      <p:sp>
        <p:nvSpPr>
          <p:cNvPr id="12" name="Right Arrow 11">
            <a:extLst>
              <a:ext uri="{FF2B5EF4-FFF2-40B4-BE49-F238E27FC236}">
                <a16:creationId xmlns:a16="http://schemas.microsoft.com/office/drawing/2014/main" id="{BD679030-099F-1338-9EEF-3427CE56C37C}"/>
              </a:ext>
            </a:extLst>
          </p:cNvPr>
          <p:cNvSpPr/>
          <p:nvPr/>
        </p:nvSpPr>
        <p:spPr>
          <a:xfrm>
            <a:off x="7032567" y="4397966"/>
            <a:ext cx="2676698" cy="44888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metabolites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F013877-E49E-C67E-510E-AC72CE888430}"/>
              </a:ext>
            </a:extLst>
          </p:cNvPr>
          <p:cNvSpPr txBox="1"/>
          <p:nvPr/>
        </p:nvSpPr>
        <p:spPr>
          <a:xfrm>
            <a:off x="114792" y="6135528"/>
            <a:ext cx="119624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Monk, J. M., </a:t>
            </a:r>
            <a:r>
              <a:rPr lang="en-GB" sz="1800" b="0" i="1" u="none" strike="noStrike" dirty="0">
                <a:solidFill>
                  <a:schemeClr val="tx1"/>
                </a:solidFill>
                <a:effectLst/>
                <a:latin typeface="+mn-lt"/>
              </a:rPr>
              <a:t>et al., 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(2017). iML1515, a knowledgebase that computes Escherichia coli traits.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Nature biotechnology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35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(10), 904-908.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11561E-B59D-1746-84B4-369AB4C80C83}"/>
              </a:ext>
            </a:extLst>
          </p:cNvPr>
          <p:cNvSpPr txBox="1"/>
          <p:nvPr/>
        </p:nvSpPr>
        <p:spPr>
          <a:xfrm>
            <a:off x="9858169" y="3016771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1515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5501EEC-1033-2495-26AD-29B157D6E379}"/>
              </a:ext>
            </a:extLst>
          </p:cNvPr>
          <p:cNvSpPr txBox="1"/>
          <p:nvPr/>
        </p:nvSpPr>
        <p:spPr>
          <a:xfrm>
            <a:off x="9858169" y="3728442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2719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C8D9D2-B81F-1377-A220-E2089F9F9FC5}"/>
              </a:ext>
            </a:extLst>
          </p:cNvPr>
          <p:cNvSpPr txBox="1"/>
          <p:nvPr/>
        </p:nvSpPr>
        <p:spPr>
          <a:xfrm>
            <a:off x="9858169" y="4434827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1877</a:t>
            </a:r>
          </a:p>
        </p:txBody>
      </p:sp>
    </p:spTree>
    <p:extLst>
      <p:ext uri="{BB962C8B-B14F-4D97-AF65-F5344CB8AC3E}">
        <p14:creationId xmlns:p14="http://schemas.microsoft.com/office/powerpoint/2010/main" val="35301976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F9A1CA9-DFB9-820C-F1B4-3009126745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b="15746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93935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3F543-E48F-1EE8-CEE4-26746A4D0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 this lecture: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4DA01F-844D-ADC0-4A75-5A22C21973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Explain why metabolic models need to be constrained</a:t>
            </a:r>
          </a:p>
          <a:p>
            <a:r>
              <a:rPr lang="en-US" dirty="0"/>
              <a:t>Evaluate GPR rules to infer </a:t>
            </a:r>
            <a:r>
              <a:rPr lang="en-US" dirty="0" err="1"/>
              <a:t>omic’s</a:t>
            </a:r>
            <a:r>
              <a:rPr lang="en-US" dirty="0"/>
              <a:t> measurements into metabolic reaction activity</a:t>
            </a:r>
          </a:p>
          <a:p>
            <a:r>
              <a:rPr lang="en-US" dirty="0"/>
              <a:t>Explain how the integration algorithms constrain metabolic models: Åkesson-04, GIMME, </a:t>
            </a:r>
            <a:r>
              <a:rPr lang="en-US" dirty="0" err="1"/>
              <a:t>iMAT</a:t>
            </a:r>
            <a:r>
              <a:rPr lang="en-US" dirty="0"/>
              <a:t>, E-FLUX and MADE</a:t>
            </a:r>
          </a:p>
          <a:p>
            <a:r>
              <a:rPr lang="en-US" dirty="0"/>
              <a:t>Choose and justify an algorithm to integrate omics data</a:t>
            </a:r>
          </a:p>
          <a:p>
            <a:r>
              <a:rPr lang="en-US" dirty="0"/>
              <a:t>Understand that gene activity does not automatically correlate with enzyme activity but is better than nothing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8375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2C104-6550-0B46-6551-DF25679F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100" y="365125"/>
            <a:ext cx="11061700" cy="1325563"/>
          </a:xfrm>
        </p:spPr>
        <p:txBody>
          <a:bodyPr/>
          <a:lstStyle/>
          <a:p>
            <a:r>
              <a:rPr lang="en-US" dirty="0"/>
              <a:t>Metabolic models are undetermined and need to be constrained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DF285-F40F-157D-0897-5CFB875A1FD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10578" y="1763977"/>
                <a:ext cx="11820699" cy="4802187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Metabolic models need to be constrained because they are </a:t>
                </a:r>
                <a:r>
                  <a:rPr lang="en-US" b="1" dirty="0"/>
                  <a:t>underdetermined: more biochemical reactions in a GEM than knowledge </a:t>
                </a:r>
                <a:r>
                  <a:rPr lang="en-US" dirty="0"/>
                  <a:t>referring to activity:</a:t>
                </a:r>
              </a:p>
              <a:p>
                <a:pPr lvl="1"/>
                <a:r>
                  <a:rPr lang="en-US" dirty="0"/>
                  <a:t>Metabolite concentrations and kinetic parameters (3 and 10+ paraments per reaction e.g.,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𝑉𝑚𝑎𝑥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𝐾𝑚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𝐾𝑒𝑞</m:t>
                    </m:r>
                  </m:oMath>
                </a14:m>
                <a:r>
                  <a:rPr lang="en-US" dirty="0"/>
                  <a:t>)</a:t>
                </a:r>
              </a:p>
              <a:p>
                <a:r>
                  <a:rPr lang="en-US" dirty="0"/>
                  <a:t>Without constraints a branched metabolic model allows for infinite metabolic routes to an objective reaction</a:t>
                </a:r>
              </a:p>
              <a:p>
                <a:r>
                  <a:rPr lang="en-US" dirty="0"/>
                  <a:t>Removing reactions delete reactions from </a:t>
                </a:r>
              </a:p>
              <a:p>
                <a:pPr marL="0" indent="0">
                  <a:buNone/>
                </a:pPr>
                <a:r>
                  <a:rPr lang="en-US" dirty="0"/>
                  <a:t>the solution space – easier to solve</a:t>
                </a:r>
              </a:p>
              <a:p>
                <a:r>
                  <a:rPr lang="en-US" dirty="0"/>
                  <a:t>Applying constrains narrows the space of</a:t>
                </a:r>
              </a:p>
              <a:p>
                <a:pPr marL="0" indent="0">
                  <a:buNone/>
                </a:pPr>
                <a:r>
                  <a:rPr lang="en-US" dirty="0"/>
                  <a:t>biological possible behavior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B1DF285-F40F-157D-0897-5CFB875A1FD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0578" y="1763977"/>
                <a:ext cx="11820699" cy="4802187"/>
              </a:xfrm>
              <a:blipFill>
                <a:blip r:embed="rId2"/>
                <a:stretch>
                  <a:fillRect l="-1073" t="-29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>
            <a:extLst>
              <a:ext uri="{FF2B5EF4-FFF2-40B4-BE49-F238E27FC236}">
                <a16:creationId xmlns:a16="http://schemas.microsoft.com/office/drawing/2014/main" id="{E9EC993A-B0ED-0FFF-81DE-5259D39534FB}"/>
              </a:ext>
            </a:extLst>
          </p:cNvPr>
          <p:cNvGrpSpPr/>
          <p:nvPr/>
        </p:nvGrpSpPr>
        <p:grpSpPr>
          <a:xfrm>
            <a:off x="6988660" y="4202292"/>
            <a:ext cx="4693236" cy="2655708"/>
            <a:chOff x="7410531" y="3196453"/>
            <a:chExt cx="4693236" cy="2655708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2C8A4B7-4D4B-9D6D-BD9C-2ADBD4B9834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4638" t="4208" b="9447"/>
            <a:stretch>
              <a:fillRect/>
            </a:stretch>
          </p:blipFill>
          <p:spPr>
            <a:xfrm>
              <a:off x="7410531" y="3196453"/>
              <a:ext cx="4632235" cy="2655708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5BAF0AD3-5B35-36F4-2CE2-2EA5814A5342}"/>
                </a:ext>
              </a:extLst>
            </p:cNvPr>
            <p:cNvSpPr/>
            <p:nvPr/>
          </p:nvSpPr>
          <p:spPr>
            <a:xfrm>
              <a:off x="11577212" y="3424843"/>
              <a:ext cx="526555" cy="116378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49898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roup 91">
            <a:extLst>
              <a:ext uri="{FF2B5EF4-FFF2-40B4-BE49-F238E27FC236}">
                <a16:creationId xmlns:a16="http://schemas.microsoft.com/office/drawing/2014/main" id="{65C1E898-EF72-B6D4-FC87-AC2EC2689C2B}"/>
              </a:ext>
            </a:extLst>
          </p:cNvPr>
          <p:cNvGrpSpPr/>
          <p:nvPr/>
        </p:nvGrpSpPr>
        <p:grpSpPr>
          <a:xfrm>
            <a:off x="7349530" y="2677928"/>
            <a:ext cx="4709260" cy="3464764"/>
            <a:chOff x="7349530" y="2677928"/>
            <a:chExt cx="4709260" cy="3464764"/>
          </a:xfrm>
        </p:grpSpPr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42D00964-9E8A-A273-9425-88131E1677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638"/>
            <a:stretch>
              <a:fillRect/>
            </a:stretch>
          </p:blipFill>
          <p:spPr>
            <a:xfrm>
              <a:off x="7349530" y="3067046"/>
              <a:ext cx="4632235" cy="3075646"/>
            </a:xfrm>
            <a:prstGeom prst="rect">
              <a:avLst/>
            </a:prstGeom>
          </p:spPr>
        </p:pic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93E63DFD-9C32-5CED-CEF4-04B609C99EBD}"/>
                </a:ext>
              </a:extLst>
            </p:cNvPr>
            <p:cNvSpPr/>
            <p:nvPr/>
          </p:nvSpPr>
          <p:spPr>
            <a:xfrm>
              <a:off x="11654238" y="2677928"/>
              <a:ext cx="404552" cy="187968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FE5753D-B2A1-28FF-C541-4420ADC29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007" y="315249"/>
            <a:ext cx="11087793" cy="1325563"/>
          </a:xfrm>
        </p:spPr>
        <p:txBody>
          <a:bodyPr/>
          <a:lstStyle/>
          <a:p>
            <a:r>
              <a:rPr lang="en-US" dirty="0"/>
              <a:t>Omics produces data abundance on the level of the genome / proteome</a:t>
            </a:r>
          </a:p>
        </p:txBody>
      </p:sp>
      <p:pic>
        <p:nvPicPr>
          <p:cNvPr id="4" name="Content Placeholder 3" descr="Hands-on: Visualization of RNA-Seq results with Volcano Plot / Visualization of RNA-Seq results with Volcano Plot / Transcriptomics">
            <a:extLst>
              <a:ext uri="{FF2B5EF4-FFF2-40B4-BE49-F238E27FC236}">
                <a16:creationId xmlns:a16="http://schemas.microsoft.com/office/drawing/2014/main" id="{06739200-EEFA-BDA5-1626-53C42BDB94F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33210" y="2098647"/>
            <a:ext cx="4738106" cy="4759353"/>
          </a:xfrm>
          <a:prstGeom prst="rect">
            <a:avLst/>
          </a:prstGeom>
        </p:spPr>
      </p:pic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0E9EBAF-5902-8984-E925-FAC411126602}"/>
              </a:ext>
            </a:extLst>
          </p:cNvPr>
          <p:cNvCxnSpPr>
            <a:cxnSpLocks/>
          </p:cNvCxnSpPr>
          <p:nvPr/>
        </p:nvCxnSpPr>
        <p:spPr>
          <a:xfrm flipV="1">
            <a:off x="2660073" y="1818599"/>
            <a:ext cx="2368494" cy="1608008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58">
            <a:extLst>
              <a:ext uri="{FF2B5EF4-FFF2-40B4-BE49-F238E27FC236}">
                <a16:creationId xmlns:a16="http://schemas.microsoft.com/office/drawing/2014/main" id="{F71CA453-D663-7498-C500-2838D1105802}"/>
              </a:ext>
            </a:extLst>
          </p:cNvPr>
          <p:cNvGrpSpPr/>
          <p:nvPr/>
        </p:nvGrpSpPr>
        <p:grpSpPr>
          <a:xfrm>
            <a:off x="4959229" y="1449267"/>
            <a:ext cx="3679598" cy="5120282"/>
            <a:chOff x="6186705" y="1174698"/>
            <a:chExt cx="3679598" cy="5120282"/>
          </a:xfrm>
        </p:grpSpPr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E92F6E9B-5A53-617D-43FD-C724C028B3C0}"/>
                </a:ext>
              </a:extLst>
            </p:cNvPr>
            <p:cNvGrpSpPr/>
            <p:nvPr/>
          </p:nvGrpSpPr>
          <p:grpSpPr>
            <a:xfrm>
              <a:off x="6186705" y="1181385"/>
              <a:ext cx="2928573" cy="5113595"/>
              <a:chOff x="7628245" y="1164760"/>
              <a:chExt cx="2928573" cy="5113595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8BD7391-1CA9-E07A-E2FB-7A2032245B6F}"/>
                  </a:ext>
                </a:extLst>
              </p:cNvPr>
              <p:cNvSpPr txBox="1"/>
              <p:nvPr/>
            </p:nvSpPr>
            <p:spPr>
              <a:xfrm>
                <a:off x="7628245" y="1164760"/>
                <a:ext cx="17588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expression data</a:t>
                </a:r>
              </a:p>
            </p:txBody>
          </p: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13FED510-2DDC-4F50-2AD7-B2A46FFBBA50}"/>
                  </a:ext>
                </a:extLst>
              </p:cNvPr>
              <p:cNvCxnSpPr>
                <a:cxnSpLocks/>
                <a:stCxn id="12" idx="2"/>
                <a:endCxn id="15" idx="0"/>
              </p:cNvCxnSpPr>
              <p:nvPr/>
            </p:nvCxnSpPr>
            <p:spPr>
              <a:xfrm>
                <a:off x="8507685" y="1534092"/>
                <a:ext cx="619516" cy="351978"/>
              </a:xfrm>
              <a:prstGeom prst="straightConnector1">
                <a:avLst/>
              </a:prstGeom>
              <a:ln w="38100">
                <a:solidFill>
                  <a:schemeClr val="accent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FEFDFD3A-8679-F277-DC03-88B6B596B1CC}"/>
                  </a:ext>
                </a:extLst>
              </p:cNvPr>
              <p:cNvSpPr/>
              <p:nvPr/>
            </p:nvSpPr>
            <p:spPr>
              <a:xfrm>
                <a:off x="7697583" y="1886070"/>
                <a:ext cx="2859235" cy="728870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determine genes / proteins that are expressed</a:t>
                </a:r>
              </a:p>
            </p:txBody>
          </p:sp>
          <p:sp>
            <p:nvSpPr>
              <p:cNvPr id="30" name="Preparation 29">
                <a:extLst>
                  <a:ext uri="{FF2B5EF4-FFF2-40B4-BE49-F238E27FC236}">
                    <a16:creationId xmlns:a16="http://schemas.microsoft.com/office/drawing/2014/main" id="{452E3A49-7F61-8A0C-A529-F28B1D72CD3C}"/>
                  </a:ext>
                </a:extLst>
              </p:cNvPr>
              <p:cNvSpPr/>
              <p:nvPr/>
            </p:nvSpPr>
            <p:spPr>
              <a:xfrm>
                <a:off x="7697583" y="5410101"/>
                <a:ext cx="2859235" cy="868254"/>
              </a:xfrm>
              <a:prstGeom prst="flowChartPreparation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Perform Flux Balance Analysis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62C7BFC-1E23-D66C-1D1F-BB4F32DD1D0C}"/>
                  </a:ext>
                </a:extLst>
              </p:cNvPr>
              <p:cNvSpPr/>
              <p:nvPr/>
            </p:nvSpPr>
            <p:spPr>
              <a:xfrm>
                <a:off x="7697583" y="2936765"/>
                <a:ext cx="2859235" cy="64365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constrain corresponding reactions</a:t>
                </a:r>
              </a:p>
            </p:txBody>
          </p:sp>
        </p:grp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170099-75A8-68AA-5A16-43FDA03F1FAD}"/>
                </a:ext>
              </a:extLst>
            </p:cNvPr>
            <p:cNvSpPr txBox="1"/>
            <p:nvPr/>
          </p:nvSpPr>
          <p:spPr>
            <a:xfrm>
              <a:off x="7945584" y="1174698"/>
              <a:ext cx="19207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metabolic model</a:t>
              </a:r>
            </a:p>
          </p:txBody>
        </p:sp>
      </p:grp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52B8FF42-80A0-1A8D-70D7-57856CBABCAC}"/>
              </a:ext>
            </a:extLst>
          </p:cNvPr>
          <p:cNvCxnSpPr>
            <a:cxnSpLocks/>
          </p:cNvCxnSpPr>
          <p:nvPr/>
        </p:nvCxnSpPr>
        <p:spPr>
          <a:xfrm>
            <a:off x="6468465" y="2906134"/>
            <a:ext cx="0" cy="32182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>
            <a:extLst>
              <a:ext uri="{FF2B5EF4-FFF2-40B4-BE49-F238E27FC236}">
                <a16:creationId xmlns:a16="http://schemas.microsoft.com/office/drawing/2014/main" id="{C4596536-2C68-FA7D-CB5F-19FA20707A11}"/>
              </a:ext>
            </a:extLst>
          </p:cNvPr>
          <p:cNvCxnSpPr>
            <a:cxnSpLocks/>
            <a:stCxn id="20" idx="2"/>
            <a:endCxn id="30" idx="0"/>
          </p:cNvCxnSpPr>
          <p:nvPr/>
        </p:nvCxnSpPr>
        <p:spPr>
          <a:xfrm>
            <a:off x="6458185" y="3871610"/>
            <a:ext cx="0" cy="1829685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Straight Arrow Connector 81">
            <a:extLst>
              <a:ext uri="{FF2B5EF4-FFF2-40B4-BE49-F238E27FC236}">
                <a16:creationId xmlns:a16="http://schemas.microsoft.com/office/drawing/2014/main" id="{BA38493F-4136-5BB8-0530-43E691DBF262}"/>
              </a:ext>
            </a:extLst>
          </p:cNvPr>
          <p:cNvCxnSpPr>
            <a:cxnSpLocks/>
            <a:endCxn id="15" idx="0"/>
          </p:cNvCxnSpPr>
          <p:nvPr/>
        </p:nvCxnSpPr>
        <p:spPr>
          <a:xfrm flipH="1">
            <a:off x="6458185" y="1783305"/>
            <a:ext cx="567524" cy="393959"/>
          </a:xfrm>
          <a:prstGeom prst="straightConnector1">
            <a:avLst/>
          </a:prstGeom>
          <a:ln w="38100">
            <a:solidFill>
              <a:schemeClr val="accent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urved Connector 102">
            <a:extLst>
              <a:ext uri="{FF2B5EF4-FFF2-40B4-BE49-F238E27FC236}">
                <a16:creationId xmlns:a16="http://schemas.microsoft.com/office/drawing/2014/main" id="{C26B2952-5DD9-D953-2600-E62D28E787E1}"/>
              </a:ext>
            </a:extLst>
          </p:cNvPr>
          <p:cNvCxnSpPr>
            <a:cxnSpLocks/>
          </p:cNvCxnSpPr>
          <p:nvPr/>
        </p:nvCxnSpPr>
        <p:spPr>
          <a:xfrm rot="16200000" flipH="1">
            <a:off x="6734858" y="3563590"/>
            <a:ext cx="914842" cy="1429617"/>
          </a:xfrm>
          <a:prstGeom prst="curvedConnector2">
            <a:avLst/>
          </a:prstGeom>
          <a:ln w="38100">
            <a:solidFill>
              <a:schemeClr val="accent1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672597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C6901-E02F-FDFA-A107-EC37151AB4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5049F1C-D2F4-D281-2904-B662F56312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00" y="340586"/>
            <a:ext cx="11575312" cy="10149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Gene-Protein Reaction rules to map omics to reactions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FB18221-A151-F9A4-E6A8-CB25992B297A}"/>
              </a:ext>
            </a:extLst>
          </p:cNvPr>
          <p:cNvSpPr txBox="1"/>
          <p:nvPr/>
        </p:nvSpPr>
        <p:spPr>
          <a:xfrm>
            <a:off x="1676248" y="1534509"/>
            <a:ext cx="8837217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400" dirty="0"/>
              <a:t>GPR rules are used to logically map genes/proteins to reactions</a:t>
            </a:r>
          </a:p>
        </p:txBody>
      </p:sp>
      <p:pic>
        <p:nvPicPr>
          <p:cNvPr id="6" name="Picture 5" descr="page20image19157056">
            <a:extLst>
              <a:ext uri="{FF2B5EF4-FFF2-40B4-BE49-F238E27FC236}">
                <a16:creationId xmlns:a16="http://schemas.microsoft.com/office/drawing/2014/main" id="{30D8B7FD-D6CD-188A-F4D4-1CEE9BF83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172" y="2259668"/>
            <a:ext cx="9691686" cy="3799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0D09EDA-C4ED-F33D-F6A1-1E688761882E}"/>
              </a:ext>
            </a:extLst>
          </p:cNvPr>
          <p:cNvSpPr txBox="1"/>
          <p:nvPr/>
        </p:nvSpPr>
        <p:spPr>
          <a:xfrm>
            <a:off x="175320" y="6417302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Image from Machado D, et al. (2016) </a:t>
            </a:r>
            <a:r>
              <a:rPr lang="en-GB" dirty="0" err="1"/>
              <a:t>PLoS</a:t>
            </a:r>
            <a:r>
              <a:rPr lang="en-GB" dirty="0"/>
              <a:t> Computational Biology</a:t>
            </a:r>
          </a:p>
        </p:txBody>
      </p:sp>
    </p:spTree>
    <p:extLst>
      <p:ext uri="{BB962C8B-B14F-4D97-AF65-F5344CB8AC3E}">
        <p14:creationId xmlns:p14="http://schemas.microsoft.com/office/powerpoint/2010/main" val="21617661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8E94-1D1F-02DA-5BF3-2054E65FF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8489" y="365125"/>
            <a:ext cx="11297445" cy="1325563"/>
          </a:xfrm>
        </p:spPr>
        <p:txBody>
          <a:bodyPr/>
          <a:lstStyle/>
          <a:p>
            <a:r>
              <a:rPr lang="en-US" dirty="0"/>
              <a:t>GPR rules: multi-subunit proteins are complex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BADF6-5248-E761-F9A6-6E9B15DD9A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520" y="1596627"/>
            <a:ext cx="11776960" cy="489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5319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EE7D13-A814-3F2E-42C7-56DF8BE5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9D3A14D-C751-8C7F-D7C6-CACF080B89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200" y="340586"/>
            <a:ext cx="11575312" cy="1014984"/>
          </a:xfrm>
        </p:spPr>
        <p:txBody>
          <a:bodyPr vert="horz" lIns="91440" tIns="45720" rIns="91440" bIns="45720" rtlCol="0" anchor="b">
            <a:normAutofit fontScale="90000"/>
          </a:bodyPr>
          <a:lstStyle/>
          <a:p>
            <a:r>
              <a:rPr lang="en-US" dirty="0"/>
              <a:t>Gene-Protein Reaction rules to map omics to reactions</a:t>
            </a:r>
            <a:endParaRPr lang="en-US" kern="1200" dirty="0">
              <a:latin typeface="+mj-lt"/>
              <a:ea typeface="+mj-ea"/>
              <a:cs typeface="+mj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25A0E8-8120-69D8-09B6-45E2AE9D87FF}"/>
              </a:ext>
            </a:extLst>
          </p:cNvPr>
          <p:cNvSpPr txBox="1"/>
          <p:nvPr/>
        </p:nvSpPr>
        <p:spPr>
          <a:xfrm>
            <a:off x="175320" y="6417302"/>
            <a:ext cx="7010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Image from Machado D, et al. (2016) </a:t>
            </a:r>
            <a:r>
              <a:rPr lang="en-GB" dirty="0" err="1"/>
              <a:t>PLoS</a:t>
            </a:r>
            <a:r>
              <a:rPr lang="en-GB" dirty="0"/>
              <a:t> Computational Biology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A47388E8-97A6-C845-9FDC-2ED556DE0FA5}"/>
              </a:ext>
            </a:extLst>
          </p:cNvPr>
          <p:cNvGrpSpPr/>
          <p:nvPr/>
        </p:nvGrpSpPr>
        <p:grpSpPr>
          <a:xfrm>
            <a:off x="4015" y="1874386"/>
            <a:ext cx="3917223" cy="4024099"/>
            <a:chOff x="307200" y="1897632"/>
            <a:chExt cx="3917223" cy="4024099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83A4A47-EB00-D48F-E175-D0B8E76EAF52}"/>
                </a:ext>
              </a:extLst>
            </p:cNvPr>
            <p:cNvGrpSpPr/>
            <p:nvPr/>
          </p:nvGrpSpPr>
          <p:grpSpPr>
            <a:xfrm>
              <a:off x="307200" y="1897632"/>
              <a:ext cx="3917223" cy="4024099"/>
              <a:chOff x="307200" y="1897632"/>
              <a:chExt cx="3917223" cy="4024099"/>
            </a:xfrm>
          </p:grpSpPr>
          <p:pic>
            <p:nvPicPr>
              <p:cNvPr id="2" name="Picture 1" descr="page20image19157056">
                <a:extLst>
                  <a:ext uri="{FF2B5EF4-FFF2-40B4-BE49-F238E27FC236}">
                    <a16:creationId xmlns:a16="http://schemas.microsoft.com/office/drawing/2014/main" id="{DABE9D26-EC00-2BBC-1FFC-F1E6198E8A7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579"/>
              <a:stretch>
                <a:fillRect/>
              </a:stretch>
            </p:blipFill>
            <p:spPr bwMode="auto">
              <a:xfrm>
                <a:off x="500799" y="1897632"/>
                <a:ext cx="3723624" cy="3799756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02BAA06D-2185-3791-3893-2BD92241AD5F}"/>
                  </a:ext>
                </a:extLst>
              </p:cNvPr>
              <p:cNvSpPr/>
              <p:nvPr/>
            </p:nvSpPr>
            <p:spPr>
              <a:xfrm>
                <a:off x="307200" y="4665306"/>
                <a:ext cx="1114389" cy="6158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A0389BFE-CD76-DF45-DF25-883347E61ABC}"/>
                  </a:ext>
                </a:extLst>
              </p:cNvPr>
              <p:cNvSpPr/>
              <p:nvPr/>
            </p:nvSpPr>
            <p:spPr>
              <a:xfrm>
                <a:off x="307200" y="5305910"/>
                <a:ext cx="3723624" cy="6158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A57D328-040C-48C8-AD0F-16F87CE95269}"/>
                </a:ext>
              </a:extLst>
            </p:cNvPr>
            <p:cNvGrpSpPr/>
            <p:nvPr/>
          </p:nvGrpSpPr>
          <p:grpSpPr>
            <a:xfrm>
              <a:off x="869220" y="1949774"/>
              <a:ext cx="3148999" cy="3971957"/>
              <a:chOff x="835339" y="1949774"/>
              <a:chExt cx="3148999" cy="3971957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7EFC042-7FF5-52D9-F0F4-025292380C18}"/>
                  </a:ext>
                </a:extLst>
              </p:cNvPr>
              <p:cNvSpPr txBox="1"/>
              <p:nvPr/>
            </p:nvSpPr>
            <p:spPr>
              <a:xfrm>
                <a:off x="835339" y="1949774"/>
                <a:ext cx="11725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geneA = 8</a:t>
                </a: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9152CC37-B53D-0035-ACFB-19CD92E20B46}"/>
                  </a:ext>
                </a:extLst>
              </p:cNvPr>
              <p:cNvSpPr txBox="1"/>
              <p:nvPr/>
            </p:nvSpPr>
            <p:spPr>
              <a:xfrm>
                <a:off x="2858324" y="1949970"/>
                <a:ext cx="11260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geneB= 3</a:t>
                </a:r>
              </a:p>
            </p:txBody>
          </p:sp>
          <p:sp>
            <p:nvSpPr>
              <p:cNvPr id="15" name="Rounded Rectangle 14">
                <a:extLst>
                  <a:ext uri="{FF2B5EF4-FFF2-40B4-BE49-F238E27FC236}">
                    <a16:creationId xmlns:a16="http://schemas.microsoft.com/office/drawing/2014/main" id="{CA47901A-6608-6E87-6B60-0E4A7BF4E7CC}"/>
                  </a:ext>
                </a:extLst>
              </p:cNvPr>
              <p:cNvSpPr/>
              <p:nvPr/>
            </p:nvSpPr>
            <p:spPr>
              <a:xfrm>
                <a:off x="2061561" y="5459387"/>
                <a:ext cx="1534530" cy="462344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min(8,3) = 3</a:t>
                </a:r>
              </a:p>
            </p:txBody>
          </p:sp>
        </p:grp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226EED7-3445-62BF-23D4-836631FC4DF0}"/>
              </a:ext>
            </a:extLst>
          </p:cNvPr>
          <p:cNvGrpSpPr/>
          <p:nvPr/>
        </p:nvGrpSpPr>
        <p:grpSpPr>
          <a:xfrm>
            <a:off x="4462873" y="1874386"/>
            <a:ext cx="4001490" cy="4586791"/>
            <a:chOff x="6094856" y="1906525"/>
            <a:chExt cx="4001490" cy="4586791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D03791A8-8DF0-DC83-030E-42AE4C9D241A}"/>
                </a:ext>
              </a:extLst>
            </p:cNvPr>
            <p:cNvGrpSpPr/>
            <p:nvPr/>
          </p:nvGrpSpPr>
          <p:grpSpPr>
            <a:xfrm>
              <a:off x="6094856" y="1906525"/>
              <a:ext cx="4001490" cy="4080403"/>
              <a:chOff x="5966834" y="1897632"/>
              <a:chExt cx="4001490" cy="4080403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6FAB2EAA-7577-5631-B25D-FC5B2E996B1D}"/>
                  </a:ext>
                </a:extLst>
              </p:cNvPr>
              <p:cNvGrpSpPr/>
              <p:nvPr/>
            </p:nvGrpSpPr>
            <p:grpSpPr>
              <a:xfrm>
                <a:off x="5966834" y="1897632"/>
                <a:ext cx="4001490" cy="4080403"/>
                <a:chOff x="7046787" y="1976942"/>
                <a:chExt cx="4001490" cy="4080403"/>
              </a:xfrm>
            </p:grpSpPr>
            <p:pic>
              <p:nvPicPr>
                <p:cNvPr id="6" name="Picture 5" descr="page20image19157056">
                  <a:extLst>
                    <a:ext uri="{FF2B5EF4-FFF2-40B4-BE49-F238E27FC236}">
                      <a16:creationId xmlns:a16="http://schemas.microsoft.com/office/drawing/2014/main" id="{3EAAD9D0-B3C2-472E-2E34-274A19D5CDE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r="61579"/>
                <a:stretch>
                  <a:fillRect/>
                </a:stretch>
              </p:blipFill>
              <p:spPr bwMode="auto">
                <a:xfrm>
                  <a:off x="7046787" y="1976942"/>
                  <a:ext cx="3723624" cy="3799756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DD14FE59-9CDC-DB9B-CF4C-6E4B7C8E1188}"/>
                    </a:ext>
                  </a:extLst>
                </p:cNvPr>
                <p:cNvSpPr/>
                <p:nvPr/>
              </p:nvSpPr>
              <p:spPr>
                <a:xfrm>
                  <a:off x="7185720" y="5441524"/>
                  <a:ext cx="3723624" cy="6158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BF65399C-88EF-E29C-801C-40C903840A29}"/>
                    </a:ext>
                  </a:extLst>
                </p:cNvPr>
                <p:cNvSpPr/>
                <p:nvPr/>
              </p:nvSpPr>
              <p:spPr>
                <a:xfrm>
                  <a:off x="9933888" y="4825703"/>
                  <a:ext cx="1114389" cy="615821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EF4C17A-FA85-8AA1-38D0-CD90C96D0CB1}"/>
                  </a:ext>
                </a:extLst>
              </p:cNvPr>
              <p:cNvSpPr txBox="1"/>
              <p:nvPr/>
            </p:nvSpPr>
            <p:spPr>
              <a:xfrm>
                <a:off x="6191500" y="1949774"/>
                <a:ext cx="11933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geneC = 6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5C16A023-1025-A9A7-1C0A-8CF28165BC46}"/>
                  </a:ext>
                </a:extLst>
              </p:cNvPr>
              <p:cNvSpPr txBox="1"/>
              <p:nvPr/>
            </p:nvSpPr>
            <p:spPr>
              <a:xfrm>
                <a:off x="8217789" y="1949774"/>
                <a:ext cx="119334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chemeClr val="bg1"/>
                    </a:solidFill>
                  </a:rPr>
                  <a:t>geneD = 2</a:t>
                </a:r>
              </a:p>
            </p:txBody>
          </p:sp>
        </p:grp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76CBABBF-4284-CB27-D3B7-E31536C11241}"/>
                </a:ext>
              </a:extLst>
            </p:cNvPr>
            <p:cNvSpPr/>
            <p:nvPr/>
          </p:nvSpPr>
          <p:spPr>
            <a:xfrm>
              <a:off x="6788170" y="5290020"/>
              <a:ext cx="1534530" cy="534537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sum(6,2) = 8</a:t>
              </a:r>
            </a:p>
          </p:txBody>
        </p:sp>
        <p:sp>
          <p:nvSpPr>
            <p:cNvPr id="19" name="Rounded Rectangle 18">
              <a:extLst>
                <a:ext uri="{FF2B5EF4-FFF2-40B4-BE49-F238E27FC236}">
                  <a16:creationId xmlns:a16="http://schemas.microsoft.com/office/drawing/2014/main" id="{0605DE19-884C-A2C6-C000-97475014CCE2}"/>
                </a:ext>
              </a:extLst>
            </p:cNvPr>
            <p:cNvSpPr/>
            <p:nvPr/>
          </p:nvSpPr>
          <p:spPr>
            <a:xfrm>
              <a:off x="6788170" y="5958780"/>
              <a:ext cx="1534530" cy="53453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max(6,2) = 6</a:t>
              </a:r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7B0A0A5F-E146-37BA-3C9F-9493B32C9706}"/>
              </a:ext>
            </a:extLst>
          </p:cNvPr>
          <p:cNvSpPr txBox="1"/>
          <p:nvPr/>
        </p:nvSpPr>
        <p:spPr>
          <a:xfrm>
            <a:off x="6948375" y="5203652"/>
            <a:ext cx="50262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expresses isoenzymes </a:t>
            </a:r>
          </a:p>
          <a:p>
            <a:r>
              <a:rPr lang="en-US" dirty="0"/>
              <a:t>contribute additively to reaction capacity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C2C7D5-C801-AFB4-C94D-37EB0155BA9D}"/>
              </a:ext>
            </a:extLst>
          </p:cNvPr>
          <p:cNvSpPr txBox="1"/>
          <p:nvPr/>
        </p:nvSpPr>
        <p:spPr>
          <a:xfrm>
            <a:off x="6948375" y="5918289"/>
            <a:ext cx="4914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Dominant enzyme represents the reactions expression</a:t>
            </a:r>
          </a:p>
        </p:txBody>
      </p:sp>
    </p:spTree>
    <p:extLst>
      <p:ext uri="{BB962C8B-B14F-4D97-AF65-F5344CB8AC3E}">
        <p14:creationId xmlns:p14="http://schemas.microsoft.com/office/powerpoint/2010/main" val="1504256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9A999-F6D0-599D-F9A1-CC7F9B193A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Åkesson-04 </a:t>
            </a:r>
            <a:r>
              <a:rPr lang="en-US" i="1" dirty="0"/>
              <a:t>et al., </a:t>
            </a:r>
            <a:r>
              <a:rPr lang="en-US" dirty="0"/>
              <a:t>2004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D5D022-28E8-7044-A71E-B507B075E8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363" y="1471436"/>
            <a:ext cx="11532347" cy="4351338"/>
          </a:xfrm>
        </p:spPr>
        <p:txBody>
          <a:bodyPr/>
          <a:lstStyle/>
          <a:p>
            <a:r>
              <a:rPr lang="en-US" dirty="0"/>
              <a:t>First published method and the simplest approach</a:t>
            </a:r>
          </a:p>
          <a:p>
            <a:r>
              <a:rPr lang="en-US" dirty="0"/>
              <a:t>If genes are expressed at low thresholds, the corresponding reactions were constraining to zero</a:t>
            </a:r>
          </a:p>
          <a:p>
            <a:r>
              <a:rPr lang="en-US" dirty="0"/>
              <a:t>Discrete binary integration: Genes on / off depending on gene expression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5DA1E6C-3B02-40D1-C59F-98BA9B29458F}"/>
              </a:ext>
            </a:extLst>
          </p:cNvPr>
          <p:cNvSpPr txBox="1"/>
          <p:nvPr/>
        </p:nvSpPr>
        <p:spPr>
          <a:xfrm>
            <a:off x="149289" y="6169709"/>
            <a:ext cx="879876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Åkesson, M., Förster, J., &amp; Nielsen, J. (2004). Integration of gene expression data into genome-scale metabolic models.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Metabolic engineering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, </a:t>
            </a:r>
            <a:r>
              <a:rPr lang="en-GB" sz="1800" b="0" i="1" dirty="0">
                <a:solidFill>
                  <a:schemeClr val="tx1"/>
                </a:solidFill>
                <a:effectLst/>
                <a:latin typeface="+mn-lt"/>
              </a:rPr>
              <a:t>6</a:t>
            </a:r>
            <a:r>
              <a:rPr lang="en-GB" sz="1800" b="0" i="0" u="none" strike="noStrike" dirty="0">
                <a:solidFill>
                  <a:schemeClr val="tx1"/>
                </a:solidFill>
                <a:effectLst/>
                <a:latin typeface="+mn-lt"/>
              </a:rPr>
              <a:t>(4), 285-293</a:t>
            </a:r>
            <a:endParaRPr lang="en-US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531C889-22AF-5539-BCEF-4B99EEFEDE3E}"/>
              </a:ext>
            </a:extLst>
          </p:cNvPr>
          <p:cNvGrpSpPr/>
          <p:nvPr/>
        </p:nvGrpSpPr>
        <p:grpSpPr>
          <a:xfrm>
            <a:off x="838200" y="3860792"/>
            <a:ext cx="10117008" cy="1525772"/>
            <a:chOff x="838200" y="3429001"/>
            <a:chExt cx="10117008" cy="152577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2960D25-2AEA-B977-8FBD-3635184937B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" b="44329"/>
            <a:stretch>
              <a:fillRect/>
            </a:stretch>
          </p:blipFill>
          <p:spPr>
            <a:xfrm>
              <a:off x="838200" y="3429001"/>
              <a:ext cx="10117008" cy="1525772"/>
            </a:xfrm>
            <a:prstGeom prst="rect">
              <a:avLst/>
            </a:prstGeom>
          </p:spPr>
        </p:pic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09A7FDFB-DE94-08D8-D205-A730A751AF2A}"/>
                    </a:ext>
                  </a:extLst>
                </p14:cNvPr>
                <p14:cNvContentPartPr/>
                <p14:nvPr/>
              </p14:nvContentPartPr>
              <p14:xfrm>
                <a:off x="940287" y="4138133"/>
                <a:ext cx="9548280" cy="156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09A7FDFB-DE94-08D8-D205-A730A751AF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50647" y="3958133"/>
                  <a:ext cx="9727920" cy="516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030097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BA811-2AC4-2337-E699-FEA83D48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 model and Toy data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51498A47-0063-1068-F63D-079D36F49E1F}"/>
              </a:ext>
            </a:extLst>
          </p:cNvPr>
          <p:cNvGrpSpPr/>
          <p:nvPr/>
        </p:nvGrpSpPr>
        <p:grpSpPr>
          <a:xfrm>
            <a:off x="540330" y="1690688"/>
            <a:ext cx="10813470" cy="5199087"/>
            <a:chOff x="251720" y="1758281"/>
            <a:chExt cx="10813470" cy="519908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3987D5BE-5A4A-A1BD-48FA-09D811E5B6D4}"/>
                </a:ext>
              </a:extLst>
            </p:cNvPr>
            <p:cNvGrpSpPr/>
            <p:nvPr/>
          </p:nvGrpSpPr>
          <p:grpSpPr>
            <a:xfrm>
              <a:off x="251720" y="2551976"/>
              <a:ext cx="6525811" cy="4306024"/>
              <a:chOff x="1530220" y="1690688"/>
              <a:chExt cx="6525811" cy="430602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A1F8D88F-CDEC-8D50-8FAF-62342891D042}"/>
                  </a:ext>
                </a:extLst>
              </p:cNvPr>
              <p:cNvSpPr/>
              <p:nvPr/>
            </p:nvSpPr>
            <p:spPr>
              <a:xfrm>
                <a:off x="1530220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E6616869-9032-7757-62BA-C3B6E424AE43}"/>
                  </a:ext>
                </a:extLst>
              </p:cNvPr>
              <p:cNvCxnSpPr>
                <a:cxnSpLocks/>
                <a:stCxn id="4" idx="6"/>
              </p:cNvCxnSpPr>
              <p:nvPr/>
            </p:nvCxnSpPr>
            <p:spPr>
              <a:xfrm>
                <a:off x="2146041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069946C6-1094-7AC6-0361-F5A9E66B3B57}"/>
                  </a:ext>
                </a:extLst>
              </p:cNvPr>
              <p:cNvSpPr/>
              <p:nvPr/>
            </p:nvSpPr>
            <p:spPr>
              <a:xfrm>
                <a:off x="3079102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BF9F6B5C-A8D3-A1EC-BA27-2F94D668446B}"/>
                  </a:ext>
                </a:extLst>
              </p:cNvPr>
              <p:cNvSpPr/>
              <p:nvPr/>
            </p:nvSpPr>
            <p:spPr>
              <a:xfrm>
                <a:off x="4627984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DEF2A30D-957F-65A9-ECC4-EAA981BC8059}"/>
                  </a:ext>
                </a:extLst>
              </p:cNvPr>
              <p:cNvSpPr/>
              <p:nvPr/>
            </p:nvSpPr>
            <p:spPr>
              <a:xfrm>
                <a:off x="4627984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68DD4761-F4F3-E596-CD12-51FAF22A129A}"/>
                  </a:ext>
                </a:extLst>
              </p:cNvPr>
              <p:cNvSpPr/>
              <p:nvPr/>
            </p:nvSpPr>
            <p:spPr>
              <a:xfrm>
                <a:off x="1530220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0621959B-D6C6-DF9E-6E1F-5F24BA342878}"/>
                  </a:ext>
                </a:extLst>
              </p:cNvPr>
              <p:cNvSpPr/>
              <p:nvPr/>
            </p:nvSpPr>
            <p:spPr>
              <a:xfrm>
                <a:off x="3135086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5957B523-1D8D-C8C7-3633-5BD733E8D8B4}"/>
                  </a:ext>
                </a:extLst>
              </p:cNvPr>
              <p:cNvCxnSpPr>
                <a:cxnSpLocks/>
                <a:stCxn id="8" idx="6"/>
                <a:endCxn id="11" idx="2"/>
              </p:cNvCxnSpPr>
              <p:nvPr/>
            </p:nvCxnSpPr>
            <p:spPr>
              <a:xfrm>
                <a:off x="3694923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C431768C-0CF3-FCBE-A4B6-E0F9627CA018}"/>
                  </a:ext>
                </a:extLst>
              </p:cNvPr>
              <p:cNvCxnSpPr>
                <a:cxnSpLocks/>
                <a:stCxn id="11" idx="4"/>
                <a:endCxn id="15" idx="0"/>
              </p:cNvCxnSpPr>
              <p:nvPr/>
            </p:nvCxnSpPr>
            <p:spPr>
              <a:xfrm>
                <a:off x="4935895" y="3247053"/>
                <a:ext cx="0" cy="940545"/>
              </a:xfrm>
              <a:prstGeom prst="straightConnector1">
                <a:avLst/>
              </a:prstGeom>
              <a:ln w="63500"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423CE18D-EAA6-1C9F-6AAC-1138F4448286}"/>
                  </a:ext>
                </a:extLst>
              </p:cNvPr>
              <p:cNvCxnSpPr>
                <a:cxnSpLocks/>
                <a:stCxn id="17" idx="6"/>
                <a:endCxn id="18" idx="2"/>
              </p:cNvCxnSpPr>
              <p:nvPr/>
            </p:nvCxnSpPr>
            <p:spPr>
              <a:xfrm>
                <a:off x="2146041" y="4495508"/>
                <a:ext cx="989045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3579AA0E-3515-875C-7CC4-EEFC9435A778}"/>
                  </a:ext>
                </a:extLst>
              </p:cNvPr>
              <p:cNvCxnSpPr>
                <a:cxnSpLocks/>
                <a:stCxn id="18" idx="6"/>
                <a:endCxn id="15" idx="2"/>
              </p:cNvCxnSpPr>
              <p:nvPr/>
            </p:nvCxnSpPr>
            <p:spPr>
              <a:xfrm>
                <a:off x="3750907" y="4495508"/>
                <a:ext cx="877077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46707F02-80A1-8554-5640-93EB26C1DE39}"/>
                  </a:ext>
                </a:extLst>
              </p:cNvPr>
              <p:cNvCxnSpPr>
                <a:cxnSpLocks/>
                <a:stCxn id="11" idx="6"/>
                <a:endCxn id="36" idx="2"/>
              </p:cNvCxnSpPr>
              <p:nvPr/>
            </p:nvCxnSpPr>
            <p:spPr>
              <a:xfrm>
                <a:off x="5243805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D1A219F1-5F0A-13B8-016B-780676F8FD43}"/>
                  </a:ext>
                </a:extLst>
              </p:cNvPr>
              <p:cNvSpPr/>
              <p:nvPr/>
            </p:nvSpPr>
            <p:spPr>
              <a:xfrm>
                <a:off x="6176866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DE9330BB-04D5-7ADF-897F-22899357A376}"/>
                  </a:ext>
                </a:extLst>
              </p:cNvPr>
              <p:cNvSpPr txBox="1"/>
              <p:nvPr/>
            </p:nvSpPr>
            <p:spPr>
              <a:xfrm>
                <a:off x="2010503" y="2257249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E11A112B-7902-CED5-D555-35C6AD11DE59}"/>
                  </a:ext>
                </a:extLst>
              </p:cNvPr>
              <p:cNvSpPr txBox="1"/>
              <p:nvPr/>
            </p:nvSpPr>
            <p:spPr>
              <a:xfrm>
                <a:off x="3809233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8EE88887-06CA-1F1E-0EB2-476D37E52BC4}"/>
                  </a:ext>
                </a:extLst>
              </p:cNvPr>
              <p:cNvSpPr txBox="1"/>
              <p:nvPr/>
            </p:nvSpPr>
            <p:spPr>
              <a:xfrm>
                <a:off x="5323614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07653F94-4C58-607F-1B9B-310B75FA851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2687" y="2938573"/>
                <a:ext cx="1263344" cy="57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6D781F6-0BA9-9713-2892-AB0D743C7A32}"/>
                  </a:ext>
                </a:extLst>
              </p:cNvPr>
              <p:cNvSpPr txBox="1"/>
              <p:nvPr/>
            </p:nvSpPr>
            <p:spPr>
              <a:xfrm>
                <a:off x="7085400" y="2257249"/>
                <a:ext cx="970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8E0426C3-89D0-A89D-8895-5083D45DCE05}"/>
                  </a:ext>
                </a:extLst>
              </p:cNvPr>
              <p:cNvSpPr txBox="1"/>
              <p:nvPr/>
            </p:nvSpPr>
            <p:spPr>
              <a:xfrm>
                <a:off x="2101731" y="3833906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90CB7395-8ED1-E658-E1E4-51D544D84C4A}"/>
                  </a:ext>
                </a:extLst>
              </p:cNvPr>
              <p:cNvSpPr/>
              <p:nvPr/>
            </p:nvSpPr>
            <p:spPr>
              <a:xfrm>
                <a:off x="2714944" y="1690688"/>
                <a:ext cx="4389241" cy="3690204"/>
              </a:xfrm>
              <a:prstGeom prst="roundRect">
                <a:avLst/>
              </a:prstGeom>
              <a:noFill/>
              <a:ln w="603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69094C58-DF37-7AA2-FB6D-0B08AE82436D}"/>
                  </a:ext>
                </a:extLst>
              </p:cNvPr>
              <p:cNvSpPr txBox="1"/>
              <p:nvPr/>
            </p:nvSpPr>
            <p:spPr>
              <a:xfrm>
                <a:off x="3837224" y="3849177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C3034A9-53A1-5397-09B9-FBBCD394EB82}"/>
                  </a:ext>
                </a:extLst>
              </p:cNvPr>
              <p:cNvSpPr txBox="1"/>
              <p:nvPr/>
            </p:nvSpPr>
            <p:spPr>
              <a:xfrm>
                <a:off x="5005894" y="3429000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C7C5AC9-C26B-8060-8978-AE9ACDA437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5894" y="4803418"/>
                <a:ext cx="0" cy="1193294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2C16E03-D217-44D1-D278-36F97834B17D}"/>
                  </a:ext>
                </a:extLst>
              </p:cNvPr>
              <p:cNvSpPr txBox="1"/>
              <p:nvPr/>
            </p:nvSpPr>
            <p:spPr>
              <a:xfrm>
                <a:off x="5108267" y="4770015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AAEB593C-008B-7460-E59B-7B170D4AF385}"/>
                </a:ext>
              </a:extLst>
            </p:cNvPr>
            <p:cNvSpPr txBox="1"/>
            <p:nvPr/>
          </p:nvSpPr>
          <p:spPr>
            <a:xfrm>
              <a:off x="732003" y="17667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BDD0ECD-FB73-41BD-D041-15B210A62A2F}"/>
                </a:ext>
              </a:extLst>
            </p:cNvPr>
            <p:cNvSpPr txBox="1"/>
            <p:nvPr/>
          </p:nvSpPr>
          <p:spPr>
            <a:xfrm>
              <a:off x="2530732" y="175828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E8227A64-C4B5-2D34-97B1-17CC8342EB3B}"/>
                </a:ext>
              </a:extLst>
            </p:cNvPr>
            <p:cNvCxnSpPr>
              <a:cxnSpLocks/>
              <a:stCxn id="61" idx="2"/>
              <a:endCxn id="39" idx="0"/>
            </p:cNvCxnSpPr>
            <p:nvPr/>
          </p:nvCxnSpPr>
          <p:spPr>
            <a:xfrm>
              <a:off x="1084224" y="2413119"/>
              <a:ext cx="0" cy="7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F0CFF5DB-0823-6218-8224-E76CC3419D77}"/>
                </a:ext>
              </a:extLst>
            </p:cNvPr>
            <p:cNvCxnSpPr>
              <a:cxnSpLocks/>
              <a:stCxn id="62" idx="2"/>
              <a:endCxn id="41" idx="0"/>
            </p:cNvCxnSpPr>
            <p:nvPr/>
          </p:nvCxnSpPr>
          <p:spPr>
            <a:xfrm>
              <a:off x="2882953" y="2404612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7A72D637-9932-A310-E87D-8812FB9C0C86}"/>
                </a:ext>
              </a:extLst>
            </p:cNvPr>
            <p:cNvSpPr txBox="1"/>
            <p:nvPr/>
          </p:nvSpPr>
          <p:spPr>
            <a:xfrm>
              <a:off x="4045114" y="176753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FB274882-7390-7253-19B4-66FCA698081D}"/>
                </a:ext>
              </a:extLst>
            </p:cNvPr>
            <p:cNvCxnSpPr>
              <a:cxnSpLocks/>
            </p:cNvCxnSpPr>
            <p:nvPr/>
          </p:nvCxnSpPr>
          <p:spPr>
            <a:xfrm>
              <a:off x="4329463" y="2419054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170E72D7-0FF0-D35E-43A1-813DC760059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2952" y="5448476"/>
              <a:ext cx="0" cy="101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EC77DF12-390F-6ECA-ABB5-EDA302CF8F11}"/>
                </a:ext>
              </a:extLst>
            </p:cNvPr>
            <p:cNvSpPr txBox="1"/>
            <p:nvPr/>
          </p:nvSpPr>
          <p:spPr>
            <a:xfrm>
              <a:off x="2507032" y="6311037"/>
              <a:ext cx="9467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F7C8197-23DC-E604-937C-ABE1410FD080}"/>
                </a:ext>
              </a:extLst>
            </p:cNvPr>
            <p:cNvSpPr txBox="1"/>
            <p:nvPr/>
          </p:nvSpPr>
          <p:spPr>
            <a:xfrm>
              <a:off x="5912879" y="4290287"/>
              <a:ext cx="1102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AF77597E-69B9-6510-1A4C-649F4BCC7F67}"/>
                </a:ext>
              </a:extLst>
            </p:cNvPr>
            <p:cNvCxnSpPr>
              <a:cxnSpLocks/>
              <a:stCxn id="80" idx="1"/>
              <a:endCxn id="48" idx="3"/>
            </p:cNvCxnSpPr>
            <p:nvPr/>
          </p:nvCxnSpPr>
          <p:spPr>
            <a:xfrm flipH="1">
              <a:off x="4431835" y="4613453"/>
              <a:ext cx="148104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A103BE07-A069-99D5-2F8D-5DB6495886F5}"/>
                </a:ext>
              </a:extLst>
            </p:cNvPr>
            <p:cNvGrpSpPr/>
            <p:nvPr/>
          </p:nvGrpSpPr>
          <p:grpSpPr>
            <a:xfrm>
              <a:off x="7562379" y="2888032"/>
              <a:ext cx="3502015" cy="734878"/>
              <a:chOff x="7983415" y="2765828"/>
              <a:chExt cx="3502015" cy="73487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CCE5A5E-D351-F534-1233-9CE77B75AFC1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CF16E7EB-BA08-8DFC-F2D7-B71DBD9D6670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0A5337E6-B4D0-48AE-D9C5-585CE167D9C6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DAE3BF2C-383B-D096-C47B-2D838734E893}"/>
                </a:ext>
              </a:extLst>
            </p:cNvPr>
            <p:cNvGrpSpPr/>
            <p:nvPr/>
          </p:nvGrpSpPr>
          <p:grpSpPr>
            <a:xfrm>
              <a:off x="7563175" y="3780890"/>
              <a:ext cx="3502015" cy="734878"/>
              <a:chOff x="7983415" y="2765828"/>
              <a:chExt cx="3502015" cy="734878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940BC53-2B9C-F105-0705-7E652F3B60C5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solidFill>
                <a:srgbClr val="CD6600"/>
              </a:solidFill>
              <a:ln>
                <a:solidFill>
                  <a:srgbClr val="CD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0.55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94E4FBE7-2E6B-7C1D-771E-1015C318EF69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D03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0.83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346F5132-263D-B6FD-A7AC-88D85790BF5F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0.77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BD77EA77-2069-50D4-C354-D09DE739CB27}"/>
                </a:ext>
              </a:extLst>
            </p:cNvPr>
            <p:cNvSpPr/>
            <p:nvPr/>
          </p:nvSpPr>
          <p:spPr>
            <a:xfrm>
              <a:off x="7558039" y="4670602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0.87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D50C6546-8CD3-C609-14E3-EF24F81156F3}"/>
                </a:ext>
              </a:extLst>
            </p:cNvPr>
            <p:cNvSpPr/>
            <p:nvPr/>
          </p:nvSpPr>
          <p:spPr>
            <a:xfrm>
              <a:off x="8763923" y="467878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0.65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FF1E968B-4A37-D5E4-9D7E-7B042C96A8D6}"/>
                </a:ext>
              </a:extLst>
            </p:cNvPr>
            <p:cNvSpPr/>
            <p:nvPr/>
          </p:nvSpPr>
          <p:spPr>
            <a:xfrm>
              <a:off x="9969807" y="4678787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0.07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6C3C9268-C738-B1E5-7135-5F59DBCEF577}"/>
                </a:ext>
              </a:extLst>
            </p:cNvPr>
            <p:cNvSpPr/>
            <p:nvPr/>
          </p:nvSpPr>
          <p:spPr>
            <a:xfrm>
              <a:off x="7558039" y="5499362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0.55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54F79CD-BA93-A4F9-0E8E-B91D3352D55B}"/>
                </a:ext>
              </a:extLst>
            </p:cNvPr>
            <p:cNvSpPr/>
            <p:nvPr/>
          </p:nvSpPr>
          <p:spPr>
            <a:xfrm>
              <a:off x="8763923" y="5507547"/>
              <a:ext cx="1090247" cy="726693"/>
            </a:xfrm>
            <a:prstGeom prst="rect">
              <a:avLst/>
            </a:prstGeom>
            <a:solidFill>
              <a:srgbClr val="639A01"/>
            </a:solidFill>
            <a:ln>
              <a:solidFill>
                <a:srgbClr val="639A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0.49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F3EAABE-8371-952A-8EA2-94BC09B4CADE}"/>
                </a:ext>
              </a:extLst>
            </p:cNvPr>
            <p:cNvSpPr/>
            <p:nvPr/>
          </p:nvSpPr>
          <p:spPr>
            <a:xfrm>
              <a:off x="9969807" y="550754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0.52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85E80FF0-872E-F8FA-8506-73D025DD8736}"/>
                </a:ext>
              </a:extLst>
            </p:cNvPr>
            <p:cNvGrpSpPr/>
            <p:nvPr/>
          </p:nvGrpSpPr>
          <p:grpSpPr>
            <a:xfrm>
              <a:off x="7558039" y="2009024"/>
              <a:ext cx="3502015" cy="734878"/>
              <a:chOff x="7983415" y="2765828"/>
              <a:chExt cx="3502015" cy="734878"/>
            </a:xfrm>
            <a:solidFill>
              <a:srgbClr val="9DFD33"/>
            </a:solidFill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16D6313C-7674-5BC0-E4A6-4405DDB25084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grpFill/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125FAE58-C388-9077-2C0E-45FCFB131083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grpFill/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0.20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24A1451A-3259-DD29-03B1-744D040D4967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0.93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26FA4DC-CEA8-3743-EA1D-BFA5C297C3E6}"/>
                </a:ext>
              </a:extLst>
            </p:cNvPr>
            <p:cNvSpPr txBox="1"/>
            <p:nvPr/>
          </p:nvSpPr>
          <p:spPr>
            <a:xfrm>
              <a:off x="6915481" y="20958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5D3A95EB-6A65-F8F5-6C7C-9CF9AA9087E3}"/>
                </a:ext>
              </a:extLst>
            </p:cNvPr>
            <p:cNvSpPr txBox="1"/>
            <p:nvPr/>
          </p:nvSpPr>
          <p:spPr>
            <a:xfrm>
              <a:off x="6930734" y="292821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D00D73D3-634B-B709-B6CE-FC69609FD144}"/>
                </a:ext>
              </a:extLst>
            </p:cNvPr>
            <p:cNvSpPr txBox="1"/>
            <p:nvPr/>
          </p:nvSpPr>
          <p:spPr>
            <a:xfrm>
              <a:off x="6933468" y="382925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3FEC8474-9696-FE86-FB3B-B1D304F9577A}"/>
                </a:ext>
              </a:extLst>
            </p:cNvPr>
            <p:cNvSpPr txBox="1"/>
            <p:nvPr/>
          </p:nvSpPr>
          <p:spPr>
            <a:xfrm>
              <a:off x="6930734" y="4750964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ABD7F10-7180-E330-907D-B08481F84641}"/>
                </a:ext>
              </a:extLst>
            </p:cNvPr>
            <p:cNvSpPr txBox="1"/>
            <p:nvPr/>
          </p:nvSpPr>
          <p:spPr>
            <a:xfrm>
              <a:off x="6948725" y="5514514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113" name="Rounded Rectangle 112">
            <a:extLst>
              <a:ext uri="{FF2B5EF4-FFF2-40B4-BE49-F238E27FC236}">
                <a16:creationId xmlns:a16="http://schemas.microsoft.com/office/drawing/2014/main" id="{ED3C5C19-FCF5-11FA-CD25-DA5C2AC897B6}"/>
              </a:ext>
            </a:extLst>
          </p:cNvPr>
          <p:cNvSpPr/>
          <p:nvPr/>
        </p:nvSpPr>
        <p:spPr>
          <a:xfrm>
            <a:off x="6051605" y="2743891"/>
            <a:ext cx="1102232" cy="1362074"/>
          </a:xfrm>
          <a:prstGeom prst="roundRec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>
            <a:extLst>
              <a:ext uri="{FF2B5EF4-FFF2-40B4-BE49-F238E27FC236}">
                <a16:creationId xmlns:a16="http://schemas.microsoft.com/office/drawing/2014/main" id="{8D569412-733C-E426-0119-34A39AF6DFFA}"/>
              </a:ext>
            </a:extLst>
          </p:cNvPr>
          <p:cNvSpPr txBox="1"/>
          <p:nvPr/>
        </p:nvSpPr>
        <p:spPr>
          <a:xfrm>
            <a:off x="6114014" y="2836335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158803181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C9A0E-27F2-00BA-F94F-3A86AF6024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3F85A-A992-FF7C-CCE5-3697F54DB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Åkesson-04 </a:t>
            </a:r>
            <a:r>
              <a:rPr lang="en-US" i="1" dirty="0"/>
              <a:t>et al., </a:t>
            </a:r>
            <a:r>
              <a:rPr lang="en-US" dirty="0"/>
              <a:t>2004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6356756-06D1-126E-239A-21FA398672C6}"/>
              </a:ext>
            </a:extLst>
          </p:cNvPr>
          <p:cNvGrpSpPr/>
          <p:nvPr/>
        </p:nvGrpSpPr>
        <p:grpSpPr>
          <a:xfrm>
            <a:off x="251720" y="1758281"/>
            <a:ext cx="10813470" cy="5199087"/>
            <a:chOff x="251720" y="1758281"/>
            <a:chExt cx="10813470" cy="5199087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B92CA3B6-C5C9-65F6-47FF-C1C864B9070C}"/>
                </a:ext>
              </a:extLst>
            </p:cNvPr>
            <p:cNvGrpSpPr/>
            <p:nvPr/>
          </p:nvGrpSpPr>
          <p:grpSpPr>
            <a:xfrm>
              <a:off x="251720" y="2551976"/>
              <a:ext cx="6525811" cy="4306024"/>
              <a:chOff x="1530220" y="1690688"/>
              <a:chExt cx="6525811" cy="4306024"/>
            </a:xfrm>
          </p:grpSpPr>
          <p:sp>
            <p:nvSpPr>
              <p:cNvPr id="4" name="Oval 3">
                <a:extLst>
                  <a:ext uri="{FF2B5EF4-FFF2-40B4-BE49-F238E27FC236}">
                    <a16:creationId xmlns:a16="http://schemas.microsoft.com/office/drawing/2014/main" id="{B5317897-5C0A-D908-E6B6-343B0656A98E}"/>
                  </a:ext>
                </a:extLst>
              </p:cNvPr>
              <p:cNvSpPr/>
              <p:nvPr/>
            </p:nvSpPr>
            <p:spPr>
              <a:xfrm>
                <a:off x="1530220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6" name="Straight Arrow Connector 5">
                <a:extLst>
                  <a:ext uri="{FF2B5EF4-FFF2-40B4-BE49-F238E27FC236}">
                    <a16:creationId xmlns:a16="http://schemas.microsoft.com/office/drawing/2014/main" id="{2518E58E-B350-A030-6965-9FB0CA04C729}"/>
                  </a:ext>
                </a:extLst>
              </p:cNvPr>
              <p:cNvCxnSpPr>
                <a:cxnSpLocks/>
                <a:stCxn id="4" idx="6"/>
              </p:cNvCxnSpPr>
              <p:nvPr/>
            </p:nvCxnSpPr>
            <p:spPr>
              <a:xfrm>
                <a:off x="2146041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2A86689D-5997-DD60-1700-BDEC930F562D}"/>
                  </a:ext>
                </a:extLst>
              </p:cNvPr>
              <p:cNvSpPr/>
              <p:nvPr/>
            </p:nvSpPr>
            <p:spPr>
              <a:xfrm>
                <a:off x="3079102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22CDB616-043F-7950-B159-343AE33525C9}"/>
                  </a:ext>
                </a:extLst>
              </p:cNvPr>
              <p:cNvSpPr/>
              <p:nvPr/>
            </p:nvSpPr>
            <p:spPr>
              <a:xfrm>
                <a:off x="4627984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6AA97E2E-B7F1-921C-FBE1-898589005E5F}"/>
                  </a:ext>
                </a:extLst>
              </p:cNvPr>
              <p:cNvSpPr/>
              <p:nvPr/>
            </p:nvSpPr>
            <p:spPr>
              <a:xfrm>
                <a:off x="4627984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11A5604-07B5-2B18-037E-37C96FB23DAC}"/>
                  </a:ext>
                </a:extLst>
              </p:cNvPr>
              <p:cNvSpPr/>
              <p:nvPr/>
            </p:nvSpPr>
            <p:spPr>
              <a:xfrm>
                <a:off x="1530220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Oval 17">
                <a:extLst>
                  <a:ext uri="{FF2B5EF4-FFF2-40B4-BE49-F238E27FC236}">
                    <a16:creationId xmlns:a16="http://schemas.microsoft.com/office/drawing/2014/main" id="{BA8FFE77-BCA5-240E-5A32-060DBC6D72EB}"/>
                  </a:ext>
                </a:extLst>
              </p:cNvPr>
              <p:cNvSpPr/>
              <p:nvPr/>
            </p:nvSpPr>
            <p:spPr>
              <a:xfrm>
                <a:off x="3135086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2" name="Straight Arrow Connector 21">
                <a:extLst>
                  <a:ext uri="{FF2B5EF4-FFF2-40B4-BE49-F238E27FC236}">
                    <a16:creationId xmlns:a16="http://schemas.microsoft.com/office/drawing/2014/main" id="{DE43E43A-A6B7-E57F-9EAC-2FBCBA53D15A}"/>
                  </a:ext>
                </a:extLst>
              </p:cNvPr>
              <p:cNvCxnSpPr>
                <a:cxnSpLocks/>
                <a:stCxn id="8" idx="6"/>
                <a:endCxn id="11" idx="2"/>
              </p:cNvCxnSpPr>
              <p:nvPr/>
            </p:nvCxnSpPr>
            <p:spPr>
              <a:xfrm>
                <a:off x="3694923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D035DE75-6200-B193-553D-1028F00CB5AD}"/>
                  </a:ext>
                </a:extLst>
              </p:cNvPr>
              <p:cNvCxnSpPr>
                <a:cxnSpLocks/>
                <a:stCxn id="11" idx="4"/>
                <a:endCxn id="15" idx="0"/>
              </p:cNvCxnSpPr>
              <p:nvPr/>
            </p:nvCxnSpPr>
            <p:spPr>
              <a:xfrm>
                <a:off x="4935895" y="3247053"/>
                <a:ext cx="0" cy="940545"/>
              </a:xfrm>
              <a:prstGeom prst="straightConnector1">
                <a:avLst/>
              </a:prstGeom>
              <a:ln w="63500"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66B2ECF5-6644-2F1A-1B40-2AA2ECD4E5E3}"/>
                  </a:ext>
                </a:extLst>
              </p:cNvPr>
              <p:cNvCxnSpPr>
                <a:cxnSpLocks/>
                <a:stCxn id="17" idx="6"/>
                <a:endCxn id="18" idx="2"/>
              </p:cNvCxnSpPr>
              <p:nvPr/>
            </p:nvCxnSpPr>
            <p:spPr>
              <a:xfrm>
                <a:off x="2146041" y="4495508"/>
                <a:ext cx="989045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Arrow Connector 30">
                <a:extLst>
                  <a:ext uri="{FF2B5EF4-FFF2-40B4-BE49-F238E27FC236}">
                    <a16:creationId xmlns:a16="http://schemas.microsoft.com/office/drawing/2014/main" id="{0704EB3D-FEAC-BB54-35EF-BFD2EF23AE1B}"/>
                  </a:ext>
                </a:extLst>
              </p:cNvPr>
              <p:cNvCxnSpPr>
                <a:cxnSpLocks/>
                <a:stCxn id="18" idx="6"/>
                <a:endCxn id="15" idx="2"/>
              </p:cNvCxnSpPr>
              <p:nvPr/>
            </p:nvCxnSpPr>
            <p:spPr>
              <a:xfrm>
                <a:off x="3750907" y="4495508"/>
                <a:ext cx="877077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BE98064B-8ADD-9102-AFCA-A1C204DC5BC0}"/>
                  </a:ext>
                </a:extLst>
              </p:cNvPr>
              <p:cNvCxnSpPr>
                <a:cxnSpLocks/>
                <a:stCxn id="11" idx="6"/>
                <a:endCxn id="36" idx="2"/>
              </p:cNvCxnSpPr>
              <p:nvPr/>
            </p:nvCxnSpPr>
            <p:spPr>
              <a:xfrm>
                <a:off x="5243805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6" name="Oval 35">
                <a:extLst>
                  <a:ext uri="{FF2B5EF4-FFF2-40B4-BE49-F238E27FC236}">
                    <a16:creationId xmlns:a16="http://schemas.microsoft.com/office/drawing/2014/main" id="{35786FF2-2256-8A59-DEAD-9B6356CB5BEC}"/>
                  </a:ext>
                </a:extLst>
              </p:cNvPr>
              <p:cNvSpPr/>
              <p:nvPr/>
            </p:nvSpPr>
            <p:spPr>
              <a:xfrm>
                <a:off x="6176866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1F20437-ECC3-5554-918E-4227350A4020}"/>
                  </a:ext>
                </a:extLst>
              </p:cNvPr>
              <p:cNvSpPr txBox="1"/>
              <p:nvPr/>
            </p:nvSpPr>
            <p:spPr>
              <a:xfrm>
                <a:off x="2010503" y="2257249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114145E2-CFBE-2D85-510D-44D92962A85E}"/>
                  </a:ext>
                </a:extLst>
              </p:cNvPr>
              <p:cNvSpPr txBox="1"/>
              <p:nvPr/>
            </p:nvSpPr>
            <p:spPr>
              <a:xfrm>
                <a:off x="3809233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C4BB136-B61C-12B3-A2C8-82783C4BF409}"/>
                  </a:ext>
                </a:extLst>
              </p:cNvPr>
              <p:cNvSpPr txBox="1"/>
              <p:nvPr/>
            </p:nvSpPr>
            <p:spPr>
              <a:xfrm>
                <a:off x="5323614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3" name="Straight Arrow Connector 42">
                <a:extLst>
                  <a:ext uri="{FF2B5EF4-FFF2-40B4-BE49-F238E27FC236}">
                    <a16:creationId xmlns:a16="http://schemas.microsoft.com/office/drawing/2014/main" id="{D251E0A1-784D-782B-5BE0-C25BE3A7301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2687" y="2938573"/>
                <a:ext cx="1263344" cy="57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0B11245C-5D28-E355-B730-B67BD2378D4A}"/>
                  </a:ext>
                </a:extLst>
              </p:cNvPr>
              <p:cNvSpPr txBox="1"/>
              <p:nvPr/>
            </p:nvSpPr>
            <p:spPr>
              <a:xfrm>
                <a:off x="7085400" y="2257249"/>
                <a:ext cx="970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A74D4245-A725-ACD2-7D00-2A92589D9650}"/>
                  </a:ext>
                </a:extLst>
              </p:cNvPr>
              <p:cNvSpPr txBox="1"/>
              <p:nvPr/>
            </p:nvSpPr>
            <p:spPr>
              <a:xfrm>
                <a:off x="2101731" y="3833906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6" name="Rounded Rectangle 45">
                <a:extLst>
                  <a:ext uri="{FF2B5EF4-FFF2-40B4-BE49-F238E27FC236}">
                    <a16:creationId xmlns:a16="http://schemas.microsoft.com/office/drawing/2014/main" id="{5BE3FE35-E463-CE2B-1EF8-E6E64C34C6C2}"/>
                  </a:ext>
                </a:extLst>
              </p:cNvPr>
              <p:cNvSpPr/>
              <p:nvPr/>
            </p:nvSpPr>
            <p:spPr>
              <a:xfrm>
                <a:off x="2714944" y="1690688"/>
                <a:ext cx="4389241" cy="3690204"/>
              </a:xfrm>
              <a:prstGeom prst="roundRect">
                <a:avLst/>
              </a:prstGeom>
              <a:noFill/>
              <a:ln w="603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4A3AF97C-894F-B8B3-8693-C3D2A682E6E7}"/>
                  </a:ext>
                </a:extLst>
              </p:cNvPr>
              <p:cNvSpPr txBox="1"/>
              <p:nvPr/>
            </p:nvSpPr>
            <p:spPr>
              <a:xfrm>
                <a:off x="3837224" y="3849177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3B2CF8E4-1058-AACA-0433-462AC698399E}"/>
                  </a:ext>
                </a:extLst>
              </p:cNvPr>
              <p:cNvSpPr txBox="1"/>
              <p:nvPr/>
            </p:nvSpPr>
            <p:spPr>
              <a:xfrm>
                <a:off x="5005894" y="3429000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39F1129E-A833-A510-53A8-B5BE11C0C4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5894" y="4803418"/>
                <a:ext cx="0" cy="1193294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12C0E62E-34BD-96C5-827D-7E19FCEE0724}"/>
                  </a:ext>
                </a:extLst>
              </p:cNvPr>
              <p:cNvSpPr txBox="1"/>
              <p:nvPr/>
            </p:nvSpPr>
            <p:spPr>
              <a:xfrm>
                <a:off x="5108267" y="4770015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61" name="TextBox 60">
              <a:extLst>
                <a:ext uri="{FF2B5EF4-FFF2-40B4-BE49-F238E27FC236}">
                  <a16:creationId xmlns:a16="http://schemas.microsoft.com/office/drawing/2014/main" id="{2E5E89D3-7DE8-7CBD-8796-545958931A9E}"/>
                </a:ext>
              </a:extLst>
            </p:cNvPr>
            <p:cNvSpPr txBox="1"/>
            <p:nvPr/>
          </p:nvSpPr>
          <p:spPr>
            <a:xfrm>
              <a:off x="732003" y="17667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BBBFE982-45C6-E578-D856-68898731BAE8}"/>
                </a:ext>
              </a:extLst>
            </p:cNvPr>
            <p:cNvSpPr txBox="1"/>
            <p:nvPr/>
          </p:nvSpPr>
          <p:spPr>
            <a:xfrm>
              <a:off x="2530732" y="175828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9102B6A4-8225-4A38-4DA6-F392B8F8DF19}"/>
                </a:ext>
              </a:extLst>
            </p:cNvPr>
            <p:cNvCxnSpPr>
              <a:cxnSpLocks/>
              <a:stCxn id="61" idx="2"/>
              <a:endCxn id="39" idx="0"/>
            </p:cNvCxnSpPr>
            <p:nvPr/>
          </p:nvCxnSpPr>
          <p:spPr>
            <a:xfrm>
              <a:off x="1084224" y="2413119"/>
              <a:ext cx="0" cy="7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AB2FD961-7366-E3F4-D791-A2B30227596D}"/>
                </a:ext>
              </a:extLst>
            </p:cNvPr>
            <p:cNvCxnSpPr>
              <a:cxnSpLocks/>
              <a:stCxn id="62" idx="2"/>
              <a:endCxn id="41" idx="0"/>
            </p:cNvCxnSpPr>
            <p:nvPr/>
          </p:nvCxnSpPr>
          <p:spPr>
            <a:xfrm>
              <a:off x="2882953" y="2404612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8A2FC71B-468E-CFED-43BC-02C37BBF8705}"/>
                </a:ext>
              </a:extLst>
            </p:cNvPr>
            <p:cNvSpPr txBox="1"/>
            <p:nvPr/>
          </p:nvSpPr>
          <p:spPr>
            <a:xfrm>
              <a:off x="4045114" y="176753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69625F00-2EAC-D694-72F9-3D453AFC9C18}"/>
                </a:ext>
              </a:extLst>
            </p:cNvPr>
            <p:cNvCxnSpPr>
              <a:cxnSpLocks/>
            </p:cNvCxnSpPr>
            <p:nvPr/>
          </p:nvCxnSpPr>
          <p:spPr>
            <a:xfrm>
              <a:off x="4329463" y="2419054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D06BE112-EE8C-B721-5D5C-652EB7E0C53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82952" y="5448476"/>
              <a:ext cx="0" cy="101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8163F010-D31E-83FC-1989-8363C692D7CE}"/>
                </a:ext>
              </a:extLst>
            </p:cNvPr>
            <p:cNvSpPr txBox="1"/>
            <p:nvPr/>
          </p:nvSpPr>
          <p:spPr>
            <a:xfrm>
              <a:off x="2507032" y="6311037"/>
              <a:ext cx="9467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85D49836-2BF7-8715-977B-1B4F25CBD436}"/>
                </a:ext>
              </a:extLst>
            </p:cNvPr>
            <p:cNvSpPr txBox="1"/>
            <p:nvPr/>
          </p:nvSpPr>
          <p:spPr>
            <a:xfrm>
              <a:off x="5912879" y="4290287"/>
              <a:ext cx="1102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B0491DC5-8E91-6E6D-84D9-CFBEA0415396}"/>
                </a:ext>
              </a:extLst>
            </p:cNvPr>
            <p:cNvCxnSpPr>
              <a:cxnSpLocks/>
              <a:stCxn id="80" idx="1"/>
              <a:endCxn id="48" idx="3"/>
            </p:cNvCxnSpPr>
            <p:nvPr/>
          </p:nvCxnSpPr>
          <p:spPr>
            <a:xfrm flipH="1">
              <a:off x="4431835" y="4613453"/>
              <a:ext cx="148104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6F53C5A4-DCC1-5287-C7F7-6DD403D544E6}"/>
                </a:ext>
              </a:extLst>
            </p:cNvPr>
            <p:cNvGrpSpPr/>
            <p:nvPr/>
          </p:nvGrpSpPr>
          <p:grpSpPr>
            <a:xfrm>
              <a:off x="7562379" y="2888032"/>
              <a:ext cx="3502015" cy="734878"/>
              <a:chOff x="7983415" y="2765828"/>
              <a:chExt cx="3502015" cy="734878"/>
            </a:xfrm>
          </p:grpSpPr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87C92694-01F6-0F3C-1354-2A2EAC7CC946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85" name="Rectangle 84">
                <a:extLst>
                  <a:ext uri="{FF2B5EF4-FFF2-40B4-BE49-F238E27FC236}">
                    <a16:creationId xmlns:a16="http://schemas.microsoft.com/office/drawing/2014/main" id="{F3D4834E-D539-4D83-C0C4-88001087ED80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3DF463F-432A-836A-28C2-F972E81BD9EB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9DFD33"/>
              </a:solidFill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CD108484-F4A4-0383-D160-B8AAA2803A5F}"/>
                </a:ext>
              </a:extLst>
            </p:cNvPr>
            <p:cNvGrpSpPr/>
            <p:nvPr/>
          </p:nvGrpSpPr>
          <p:grpSpPr>
            <a:xfrm>
              <a:off x="7563175" y="3780890"/>
              <a:ext cx="3502015" cy="734878"/>
              <a:chOff x="7983415" y="2765828"/>
              <a:chExt cx="3502015" cy="734878"/>
            </a:xfrm>
          </p:grpSpPr>
          <p:sp>
            <p:nvSpPr>
              <p:cNvPr id="89" name="Rectangle 88">
                <a:extLst>
                  <a:ext uri="{FF2B5EF4-FFF2-40B4-BE49-F238E27FC236}">
                    <a16:creationId xmlns:a16="http://schemas.microsoft.com/office/drawing/2014/main" id="{2A9ECC6A-C97F-FBD1-67E9-AD7F7F558524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solidFill>
                <a:srgbClr val="CD6600"/>
              </a:solidFill>
              <a:ln>
                <a:solidFill>
                  <a:srgbClr val="CD66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0.55</a:t>
                </a:r>
              </a:p>
            </p:txBody>
          </p:sp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A9386CCE-60A2-703E-C796-5FFFD3472A9D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D033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0.83</a:t>
                </a: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FAE3058B-AD19-EABC-C6A3-C6496B88904A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0.77</a:t>
                </a:r>
              </a:p>
            </p:txBody>
          </p:sp>
        </p:grp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5480812E-E8F8-82A8-7290-46447DBBC154}"/>
                </a:ext>
              </a:extLst>
            </p:cNvPr>
            <p:cNvSpPr/>
            <p:nvPr/>
          </p:nvSpPr>
          <p:spPr>
            <a:xfrm>
              <a:off x="7558039" y="4670602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0.87</a:t>
              </a: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6A29D950-20A0-59AB-D5A0-1DDE5876587E}"/>
                </a:ext>
              </a:extLst>
            </p:cNvPr>
            <p:cNvSpPr/>
            <p:nvPr/>
          </p:nvSpPr>
          <p:spPr>
            <a:xfrm>
              <a:off x="8763923" y="467878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0.65</a:t>
              </a: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5794BAFE-613D-F4DE-C90B-0EFFDE1A90DC}"/>
                </a:ext>
              </a:extLst>
            </p:cNvPr>
            <p:cNvSpPr/>
            <p:nvPr/>
          </p:nvSpPr>
          <p:spPr>
            <a:xfrm>
              <a:off x="9969807" y="4678787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0.07</a:t>
              </a: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EC60397F-DA62-E29B-0F9D-F5D05AEF26C2}"/>
                </a:ext>
              </a:extLst>
            </p:cNvPr>
            <p:cNvSpPr/>
            <p:nvPr/>
          </p:nvSpPr>
          <p:spPr>
            <a:xfrm>
              <a:off x="7558039" y="5499362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0.55</a:t>
              </a: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4955C278-A3A5-054C-34CB-57551E932CE6}"/>
                </a:ext>
              </a:extLst>
            </p:cNvPr>
            <p:cNvSpPr/>
            <p:nvPr/>
          </p:nvSpPr>
          <p:spPr>
            <a:xfrm>
              <a:off x="8763923" y="5507547"/>
              <a:ext cx="1090247" cy="726693"/>
            </a:xfrm>
            <a:prstGeom prst="rect">
              <a:avLst/>
            </a:prstGeom>
            <a:solidFill>
              <a:srgbClr val="639A01"/>
            </a:solidFill>
            <a:ln>
              <a:solidFill>
                <a:srgbClr val="639A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0.49</a:t>
              </a: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237AD207-171F-4EDA-681A-E43C47C14CAE}"/>
                </a:ext>
              </a:extLst>
            </p:cNvPr>
            <p:cNvSpPr/>
            <p:nvPr/>
          </p:nvSpPr>
          <p:spPr>
            <a:xfrm>
              <a:off x="9969807" y="550754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0.52</a:t>
              </a:r>
            </a:p>
          </p:txBody>
        </p:sp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876A845-927B-A98D-08FB-3CCEB2E77BC2}"/>
                </a:ext>
              </a:extLst>
            </p:cNvPr>
            <p:cNvGrpSpPr/>
            <p:nvPr/>
          </p:nvGrpSpPr>
          <p:grpSpPr>
            <a:xfrm>
              <a:off x="7558039" y="2009024"/>
              <a:ext cx="3502015" cy="734878"/>
              <a:chOff x="7983415" y="2765828"/>
              <a:chExt cx="3502015" cy="734878"/>
            </a:xfrm>
            <a:solidFill>
              <a:srgbClr val="9DFD33"/>
            </a:solidFill>
          </p:grpSpPr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80CF2602-2C35-96DE-07EC-9EE6A4DD6643}"/>
                  </a:ext>
                </a:extLst>
              </p:cNvPr>
              <p:cNvSpPr/>
              <p:nvPr/>
            </p:nvSpPr>
            <p:spPr>
              <a:xfrm>
                <a:off x="7983415" y="2765828"/>
                <a:ext cx="1090247" cy="726693"/>
              </a:xfrm>
              <a:prstGeom prst="rect">
                <a:avLst/>
              </a:prstGeom>
              <a:grpFill/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0.00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9C7A75D2-3D51-CED1-C63D-336BFF664E02}"/>
                  </a:ext>
                </a:extLst>
              </p:cNvPr>
              <p:cNvSpPr/>
              <p:nvPr/>
            </p:nvSpPr>
            <p:spPr>
              <a:xfrm>
                <a:off x="9189299" y="2774013"/>
                <a:ext cx="1090247" cy="726693"/>
              </a:xfrm>
              <a:prstGeom prst="rect">
                <a:avLst/>
              </a:prstGeom>
              <a:grpFill/>
              <a:ln>
                <a:solidFill>
                  <a:srgbClr val="9DFD33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0.20</a:t>
                </a:r>
              </a:p>
            </p:txBody>
          </p:sp>
          <p:sp>
            <p:nvSpPr>
              <p:cNvPr id="103" name="Rectangle 102">
                <a:extLst>
                  <a:ext uri="{FF2B5EF4-FFF2-40B4-BE49-F238E27FC236}">
                    <a16:creationId xmlns:a16="http://schemas.microsoft.com/office/drawing/2014/main" id="{1436CC7A-C18D-1A80-F6D8-4B6662409C7C}"/>
                  </a:ext>
                </a:extLst>
              </p:cNvPr>
              <p:cNvSpPr/>
              <p:nvPr/>
            </p:nvSpPr>
            <p:spPr>
              <a:xfrm>
                <a:off x="10395183" y="2774013"/>
                <a:ext cx="1090247" cy="726693"/>
              </a:xfrm>
              <a:prstGeom prst="rect">
                <a:avLst/>
              </a:prstGeom>
              <a:solidFill>
                <a:srgbClr val="D033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bg1"/>
                    </a:solidFill>
                  </a:rPr>
                  <a:t>0.93</a:t>
                </a:r>
              </a:p>
            </p:txBody>
          </p:sp>
        </p:grp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146E4C0-1AE5-7BBB-F08F-D01C2EA2DCFB}"/>
                </a:ext>
              </a:extLst>
            </p:cNvPr>
            <p:cNvSpPr txBox="1"/>
            <p:nvPr/>
          </p:nvSpPr>
          <p:spPr>
            <a:xfrm>
              <a:off x="6915481" y="20958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5" name="TextBox 104">
              <a:extLst>
                <a:ext uri="{FF2B5EF4-FFF2-40B4-BE49-F238E27FC236}">
                  <a16:creationId xmlns:a16="http://schemas.microsoft.com/office/drawing/2014/main" id="{A3E7A76C-E4AC-8C91-1C6E-9F60C51DBEC1}"/>
                </a:ext>
              </a:extLst>
            </p:cNvPr>
            <p:cNvSpPr txBox="1"/>
            <p:nvPr/>
          </p:nvSpPr>
          <p:spPr>
            <a:xfrm>
              <a:off x="6930734" y="292821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21F6A32-4450-31D0-7C10-E3355FA5AEB6}"/>
                </a:ext>
              </a:extLst>
            </p:cNvPr>
            <p:cNvSpPr txBox="1"/>
            <p:nvPr/>
          </p:nvSpPr>
          <p:spPr>
            <a:xfrm>
              <a:off x="6933468" y="382925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7" name="TextBox 106">
              <a:extLst>
                <a:ext uri="{FF2B5EF4-FFF2-40B4-BE49-F238E27FC236}">
                  <a16:creationId xmlns:a16="http://schemas.microsoft.com/office/drawing/2014/main" id="{882F9AB9-EEB3-54AD-3B33-A1333F815309}"/>
                </a:ext>
              </a:extLst>
            </p:cNvPr>
            <p:cNvSpPr txBox="1"/>
            <p:nvPr/>
          </p:nvSpPr>
          <p:spPr>
            <a:xfrm>
              <a:off x="6930734" y="4750964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4BB75EC2-9F56-3B5A-C41D-41F5B95BDD7E}"/>
                </a:ext>
              </a:extLst>
            </p:cNvPr>
            <p:cNvSpPr txBox="1"/>
            <p:nvPr/>
          </p:nvSpPr>
          <p:spPr>
            <a:xfrm>
              <a:off x="6948725" y="5514514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" name="Multiply 2">
              <a:extLst>
                <a:ext uri="{FF2B5EF4-FFF2-40B4-BE49-F238E27FC236}">
                  <a16:creationId xmlns:a16="http://schemas.microsoft.com/office/drawing/2014/main" id="{168848E4-65A9-B79C-92B7-34C7CC7688AF}"/>
                </a:ext>
              </a:extLst>
            </p:cNvPr>
            <p:cNvSpPr/>
            <p:nvPr/>
          </p:nvSpPr>
          <p:spPr>
            <a:xfrm>
              <a:off x="2346085" y="2888032"/>
              <a:ext cx="1037340" cy="1402255"/>
            </a:xfrm>
            <a:prstGeom prst="mathMultiply">
              <a:avLst/>
            </a:prstGeom>
            <a:solidFill>
              <a:srgbClr val="C00000">
                <a:alpha val="39770"/>
              </a:srgb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3160CB0-5D25-7B2A-7F00-B603CC23449B}"/>
              </a:ext>
            </a:extLst>
          </p:cNvPr>
          <p:cNvSpPr/>
          <p:nvPr/>
        </p:nvSpPr>
        <p:spPr>
          <a:xfrm>
            <a:off x="5912879" y="2928213"/>
            <a:ext cx="1102232" cy="1362074"/>
          </a:xfrm>
          <a:prstGeom prst="roundRec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849BB17-64BB-DD33-4D6C-70DE3A34F0BC}"/>
              </a:ext>
            </a:extLst>
          </p:cNvPr>
          <p:cNvSpPr txBox="1"/>
          <p:nvPr/>
        </p:nvSpPr>
        <p:spPr>
          <a:xfrm>
            <a:off x="5892434" y="2945631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objective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5C2EFB0-BE50-A738-025C-E2820D4B1CD4}"/>
              </a:ext>
            </a:extLst>
          </p:cNvPr>
          <p:cNvSpPr txBox="1"/>
          <p:nvPr/>
        </p:nvSpPr>
        <p:spPr>
          <a:xfrm>
            <a:off x="1242060" y="1478280"/>
            <a:ext cx="8132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constrains reactions to zero when genes in all replicates are absent / undetected</a:t>
            </a:r>
          </a:p>
        </p:txBody>
      </p:sp>
    </p:spTree>
    <p:extLst>
      <p:ext uri="{BB962C8B-B14F-4D97-AF65-F5344CB8AC3E}">
        <p14:creationId xmlns:p14="http://schemas.microsoft.com/office/powerpoint/2010/main" val="1539519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586295-49AE-062D-0FB8-45E4C93DF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596" y="365125"/>
            <a:ext cx="11111204" cy="1325563"/>
          </a:xfrm>
        </p:spPr>
        <p:txBody>
          <a:bodyPr/>
          <a:lstStyle/>
          <a:p>
            <a:r>
              <a:rPr lang="en-US" dirty="0"/>
              <a:t>GIMME (2008): Gene Inactivity Moderated by Metabolism and Expression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50DFE-8011-9616-A302-23FA8D0850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0" y="1690688"/>
                <a:ext cx="12192000" cy="516731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400" dirty="0"/>
                  <a:t>Uses gene expression data to optimise flux distribution whilst minimizing reactions associated by lowly expressed genes</a:t>
                </a:r>
              </a:p>
              <a:p>
                <a:r>
                  <a:rPr lang="en-US" sz="2400" dirty="0"/>
                  <a:t>Requires the user to determine a </a:t>
                </a:r>
                <a:r>
                  <a:rPr lang="en-US" sz="2400" b="1" dirty="0"/>
                  <a:t>threshold for lowly expressed genes</a:t>
                </a:r>
                <a:endParaRPr lang="en-US" sz="2400" dirty="0"/>
              </a:p>
              <a:p>
                <a:r>
                  <a:rPr lang="en-US" sz="2400" dirty="0"/>
                  <a:t>Genes expressed above this threshold are “upregulated”</a:t>
                </a:r>
              </a:p>
              <a:p>
                <a:r>
                  <a:rPr lang="en-US" sz="2400" dirty="0"/>
                  <a:t>Genes below the threshold are “down regulated” and given a penalty: </a:t>
                </a:r>
                <a:r>
                  <a:rPr lang="en-US" sz="2400" b="1" i="1" dirty="0"/>
                  <a:t>inconsistency score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𝑖𝑛𝑐𝑜𝑛𝑠𝑖𝑠𝑡𝑒𝑛𝑐𝑦</m:t>
                    </m:r>
                    <m:r>
                      <a:rPr lang="en-US" sz="20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US" sz="2000" dirty="0"/>
                  <a:t>= 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𝑓𝑙𝑢𝑥</m:t>
                    </m:r>
                    <m:r>
                      <a:rPr lang="en-US" sz="2000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000" b="0" i="0" baseline="-2500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𝑡ℎ𝑟𝑒𝑠ℎ𝑜𝑙𝑑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−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𝑚𝑅𝑁𝐴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000" b="0" i="1" dirty="0" smtClean="0">
                        <a:latin typeface="Cambria Math" panose="02040503050406030204" pitchFamily="18" charset="0"/>
                      </a:rPr>
                      <m:t>𝑒𝑥𝑝𝑟𝑒𝑠𝑠𝑖𝑜𝑛𝑖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lvl="1"/>
                <a:r>
                  <a:rPr lang="en-US" sz="2000" dirty="0"/>
                  <a:t>low scored reactions are ranked based on inconsistency score</a:t>
                </a:r>
              </a:p>
              <a:p>
                <a:r>
                  <a:rPr lang="en-US" sz="2400" b="1" dirty="0"/>
                  <a:t>Step 1</a:t>
                </a:r>
                <a:r>
                  <a:rPr lang="en-US" sz="2400" dirty="0"/>
                  <a:t>: Run FBA;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		 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𝑙𝑏</m:t>
                    </m:r>
                    <m:r>
                      <a:rPr lang="en-GB" sz="2400" i="1" baseline="-25000" dirty="0" err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 dirty="0" err="1" smtClean="0">
                        <a:latin typeface="Cambria Math" panose="02040503050406030204" pitchFamily="18" charset="0"/>
                      </a:rPr>
                      <m:t>𝑢𝑏𝑖</m:t>
                    </m:r>
                  </m:oMath>
                </a14:m>
                <a:r>
                  <a:rPr lang="en-GB" sz="2400" dirty="0"/>
                  <a:t>		</a:t>
                </a:r>
                <a14:m>
                  <m:oMath xmlns:m="http://schemas.openxmlformats.org/officeDocument/2006/math"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𝑚𝑎𝑥𝑖𝑚𝑖𝑠𝑒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GB" sz="2400" dirty="0"/>
              </a:p>
              <a:p>
                <a:pPr lvl="1"/>
                <a:r>
                  <a:rPr lang="en-GB" sz="2000" dirty="0">
                    <a:cs typeface="Courier New" panose="02070309020205020404" pitchFamily="49" charset="0"/>
                  </a:rPr>
                  <a:t>Unconstrained model predictions inform on the </a:t>
                </a:r>
                <a:r>
                  <a:rPr lang="en-GB" sz="2000" b="1" dirty="0">
                    <a:cs typeface="Courier New" panose="02070309020205020404" pitchFamily="49" charset="0"/>
                  </a:rPr>
                  <a:t>full metabolic capacity of the system</a:t>
                </a:r>
              </a:p>
              <a:p>
                <a:r>
                  <a:rPr lang="en-GB" sz="2400" b="1" dirty="0">
                    <a:cs typeface="Courier New" panose="02070309020205020404" pitchFamily="49" charset="0"/>
                  </a:rPr>
                  <a:t>Step 2</a:t>
                </a:r>
                <a:r>
                  <a:rPr lang="en-GB" sz="2400" dirty="0">
                    <a:cs typeface="Courier New" panose="02070309020205020404" pitchFamily="49" charset="0"/>
                  </a:rPr>
                  <a:t>: Introduce the data,  set threshold and set a reduced limit on </a:t>
                </a:r>
                <a:r>
                  <a:rPr lang="en-GB" sz="2400" b="1" dirty="0">
                    <a:cs typeface="Courier New" panose="02070309020205020404" pitchFamily="49" charset="0"/>
                  </a:rPr>
                  <a:t> </a:t>
                </a:r>
                <a:r>
                  <a:rPr lang="en-GB" sz="2400" b="1" i="1" dirty="0">
                    <a:cs typeface="Courier New" panose="02070309020205020404" pitchFamily="49" charset="0"/>
                  </a:rPr>
                  <a:t>Z</a:t>
                </a:r>
                <a:r>
                  <a:rPr lang="en-GB" sz="2400" dirty="0">
                    <a:cs typeface="Courier New" panose="02070309020205020404" pitchFamily="49" charset="0"/>
                  </a:rPr>
                  <a:t> e.g.,  </a:t>
                </a:r>
                <a:r>
                  <a:rPr lang="en-GB" sz="2400" b="1" dirty="0">
                    <a:cs typeface="Courier New" panose="02070309020205020404" pitchFamily="49" charset="0"/>
                  </a:rPr>
                  <a:t>optimise 90% of </a:t>
                </a:r>
                <a:r>
                  <a:rPr lang="en-GB" sz="2400" b="1" i="1" dirty="0">
                    <a:cs typeface="Courier New" panose="02070309020205020404" pitchFamily="49" charset="0"/>
                  </a:rPr>
                  <a:t>Z</a:t>
                </a:r>
              </a:p>
              <a:p>
                <a:r>
                  <a:rPr lang="en-US" sz="2400" dirty="0"/>
                  <a:t>GIMME chooses a flux distribution that achieves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whilst minimizing overall penalty score</a:t>
                </a:r>
              </a:p>
              <a:p>
                <a:r>
                  <a:rPr lang="en-US" sz="2400" dirty="0"/>
                  <a:t> if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 can be achieved without using lowly expressed reactions: they are shut off</a:t>
                </a:r>
              </a:p>
              <a:p>
                <a:r>
                  <a:rPr lang="en-US" sz="2400" dirty="0"/>
                  <a:t>GIMME allows flexibility to use lowly expressed reactions to optimise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lang="en-US" sz="2400" dirty="0"/>
                  <a:t>, but minimizes flux through these reactions to keep penalty score as low as possible</a:t>
                </a:r>
              </a:p>
              <a:p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E150DFE-8011-9616-A302-23FA8D0850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90688"/>
                <a:ext cx="12192000" cy="5167312"/>
              </a:xfrm>
              <a:blipFill>
                <a:blip r:embed="rId2"/>
                <a:stretch>
                  <a:fillRect l="-624" t="-1716" r="-9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0902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97CBC6-C438-7B2A-F5D9-99BAA6AD9D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2D316-F25A-A834-0D1B-670A97410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GIMME (2008): Gene Inactivity Moderated by Metabolism and Expression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F98B438-24E8-CB92-D055-1D925FDADC6F}"/>
              </a:ext>
            </a:extLst>
          </p:cNvPr>
          <p:cNvGrpSpPr/>
          <p:nvPr/>
        </p:nvGrpSpPr>
        <p:grpSpPr>
          <a:xfrm>
            <a:off x="3648242" y="1658913"/>
            <a:ext cx="6763391" cy="5199087"/>
            <a:chOff x="540330" y="1690688"/>
            <a:chExt cx="6763391" cy="51990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1E15092-7921-CE7F-E15F-85171217425C}"/>
                </a:ext>
              </a:extLst>
            </p:cNvPr>
            <p:cNvGrpSpPr/>
            <p:nvPr/>
          </p:nvGrpSpPr>
          <p:grpSpPr>
            <a:xfrm>
              <a:off x="540330" y="2484383"/>
              <a:ext cx="6525811" cy="4306024"/>
              <a:chOff x="1530220" y="1690688"/>
              <a:chExt cx="6525811" cy="4306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E334BB4E-8A8A-155C-F6E6-DAEA3354BCDB}"/>
                  </a:ext>
                </a:extLst>
              </p:cNvPr>
              <p:cNvSpPr/>
              <p:nvPr/>
            </p:nvSpPr>
            <p:spPr>
              <a:xfrm>
                <a:off x="1530220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47380F80-E96A-5047-6911-335461AA187E}"/>
                  </a:ext>
                </a:extLst>
              </p:cNvPr>
              <p:cNvCxnSpPr>
                <a:cxnSpLocks/>
                <a:stCxn id="41" idx="6"/>
              </p:cNvCxnSpPr>
              <p:nvPr/>
            </p:nvCxnSpPr>
            <p:spPr>
              <a:xfrm>
                <a:off x="2146041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16257970-8256-4A1B-8B67-5E421CD80A23}"/>
                  </a:ext>
                </a:extLst>
              </p:cNvPr>
              <p:cNvSpPr/>
              <p:nvPr/>
            </p:nvSpPr>
            <p:spPr>
              <a:xfrm>
                <a:off x="3079102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E7380E49-BBD5-0167-753B-DE70A77CBE9D}"/>
                  </a:ext>
                </a:extLst>
              </p:cNvPr>
              <p:cNvSpPr/>
              <p:nvPr/>
            </p:nvSpPr>
            <p:spPr>
              <a:xfrm>
                <a:off x="4627984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22CEF5B1-DCEF-52FA-44FE-627ADB31BF49}"/>
                  </a:ext>
                </a:extLst>
              </p:cNvPr>
              <p:cNvSpPr/>
              <p:nvPr/>
            </p:nvSpPr>
            <p:spPr>
              <a:xfrm>
                <a:off x="4627984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42ED0690-56E6-70DF-6EBA-1222A56A7A23}"/>
                  </a:ext>
                </a:extLst>
              </p:cNvPr>
              <p:cNvSpPr/>
              <p:nvPr/>
            </p:nvSpPr>
            <p:spPr>
              <a:xfrm>
                <a:off x="1530220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5D2D5FF4-9A10-09AF-C754-A8410BF49AA9}"/>
                  </a:ext>
                </a:extLst>
              </p:cNvPr>
              <p:cNvSpPr/>
              <p:nvPr/>
            </p:nvSpPr>
            <p:spPr>
              <a:xfrm>
                <a:off x="3135086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1F816A3B-5788-944E-BF94-AB7D2A8FFC20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3694923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AB0316BA-964C-0D3A-42DB-00F267785066}"/>
                  </a:ext>
                </a:extLst>
              </p:cNvPr>
              <p:cNvCxnSpPr>
                <a:cxnSpLocks/>
                <a:stCxn id="44" idx="4"/>
                <a:endCxn id="45" idx="0"/>
              </p:cNvCxnSpPr>
              <p:nvPr/>
            </p:nvCxnSpPr>
            <p:spPr>
              <a:xfrm>
                <a:off x="4935895" y="3247053"/>
                <a:ext cx="0" cy="940545"/>
              </a:xfrm>
              <a:prstGeom prst="straightConnector1">
                <a:avLst/>
              </a:prstGeom>
              <a:ln w="63500"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A1E6774F-906E-89B6-2DD2-C503E2982328}"/>
                  </a:ext>
                </a:extLst>
              </p:cNvPr>
              <p:cNvCxnSpPr>
                <a:cxnSpLocks/>
                <a:stCxn id="46" idx="6"/>
                <a:endCxn id="47" idx="2"/>
              </p:cNvCxnSpPr>
              <p:nvPr/>
            </p:nvCxnSpPr>
            <p:spPr>
              <a:xfrm>
                <a:off x="2146041" y="4495508"/>
                <a:ext cx="989045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11F3C5A1-C406-72F6-9898-029856A09958}"/>
                  </a:ext>
                </a:extLst>
              </p:cNvPr>
              <p:cNvCxnSpPr>
                <a:cxnSpLocks/>
                <a:stCxn id="47" idx="6"/>
                <a:endCxn id="45" idx="2"/>
              </p:cNvCxnSpPr>
              <p:nvPr/>
            </p:nvCxnSpPr>
            <p:spPr>
              <a:xfrm>
                <a:off x="3750907" y="4495508"/>
                <a:ext cx="877077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3233AB6A-4492-15B1-9DBC-1904D78CDB41}"/>
                  </a:ext>
                </a:extLst>
              </p:cNvPr>
              <p:cNvCxnSpPr>
                <a:cxnSpLocks/>
                <a:stCxn id="44" idx="6"/>
                <a:endCxn id="53" idx="2"/>
              </p:cNvCxnSpPr>
              <p:nvPr/>
            </p:nvCxnSpPr>
            <p:spPr>
              <a:xfrm>
                <a:off x="5243805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36404A74-37CC-5EF2-6C8E-3373AE8D1023}"/>
                  </a:ext>
                </a:extLst>
              </p:cNvPr>
              <p:cNvSpPr/>
              <p:nvPr/>
            </p:nvSpPr>
            <p:spPr>
              <a:xfrm>
                <a:off x="6176866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69864CC-D2F9-C31B-8036-55324F9F5B9E}"/>
                  </a:ext>
                </a:extLst>
              </p:cNvPr>
              <p:cNvSpPr txBox="1"/>
              <p:nvPr/>
            </p:nvSpPr>
            <p:spPr>
              <a:xfrm>
                <a:off x="2010503" y="2257249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069C364-09F3-1B45-CF96-223CF71E5A1E}"/>
                  </a:ext>
                </a:extLst>
              </p:cNvPr>
              <p:cNvSpPr txBox="1"/>
              <p:nvPr/>
            </p:nvSpPr>
            <p:spPr>
              <a:xfrm>
                <a:off x="3809233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BC18644D-CEA9-35DF-42FF-E86B114C0483}"/>
                  </a:ext>
                </a:extLst>
              </p:cNvPr>
              <p:cNvSpPr txBox="1"/>
              <p:nvPr/>
            </p:nvSpPr>
            <p:spPr>
              <a:xfrm>
                <a:off x="5323614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692B3014-774B-D90E-5246-C49E01E872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2687" y="2938573"/>
                <a:ext cx="1263344" cy="57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4CA920B-39E7-86D0-5E37-66BFF7F07D84}"/>
                  </a:ext>
                </a:extLst>
              </p:cNvPr>
              <p:cNvSpPr txBox="1"/>
              <p:nvPr/>
            </p:nvSpPr>
            <p:spPr>
              <a:xfrm>
                <a:off x="7085400" y="2257249"/>
                <a:ext cx="970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B63B57F0-0544-CCC2-5351-438363293E80}"/>
                  </a:ext>
                </a:extLst>
              </p:cNvPr>
              <p:cNvSpPr txBox="1"/>
              <p:nvPr/>
            </p:nvSpPr>
            <p:spPr>
              <a:xfrm>
                <a:off x="2101731" y="3833906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96CF741C-B40B-1471-1B97-B234467D9C21}"/>
                  </a:ext>
                </a:extLst>
              </p:cNvPr>
              <p:cNvSpPr/>
              <p:nvPr/>
            </p:nvSpPr>
            <p:spPr>
              <a:xfrm>
                <a:off x="2714944" y="1690688"/>
                <a:ext cx="4389241" cy="3690204"/>
              </a:xfrm>
              <a:prstGeom prst="roundRect">
                <a:avLst/>
              </a:prstGeom>
              <a:noFill/>
              <a:ln w="603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26F07780-E62F-2ED2-3E49-C809549579FE}"/>
                  </a:ext>
                </a:extLst>
              </p:cNvPr>
              <p:cNvSpPr txBox="1"/>
              <p:nvPr/>
            </p:nvSpPr>
            <p:spPr>
              <a:xfrm>
                <a:off x="3837224" y="3849177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20B36C4-7117-D785-052D-946BB8A9AE06}"/>
                  </a:ext>
                </a:extLst>
              </p:cNvPr>
              <p:cNvSpPr txBox="1"/>
              <p:nvPr/>
            </p:nvSpPr>
            <p:spPr>
              <a:xfrm>
                <a:off x="5005894" y="3429000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A8CF73D5-79CB-A7AE-A40F-6A93CA9755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5894" y="4803418"/>
                <a:ext cx="0" cy="1193294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BED8537D-1435-34B7-B034-A91A4238A59A}"/>
                  </a:ext>
                </a:extLst>
              </p:cNvPr>
              <p:cNvSpPr txBox="1"/>
              <p:nvPr/>
            </p:nvSpPr>
            <p:spPr>
              <a:xfrm>
                <a:off x="5108267" y="4770015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B4B5D7D-8681-F390-664A-06818C7AEDBA}"/>
                </a:ext>
              </a:extLst>
            </p:cNvPr>
            <p:cNvSpPr txBox="1"/>
            <p:nvPr/>
          </p:nvSpPr>
          <p:spPr>
            <a:xfrm>
              <a:off x="1020613" y="16991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BBD50F4-BB55-2714-A8FC-3783B0EEC7A0}"/>
                </a:ext>
              </a:extLst>
            </p:cNvPr>
            <p:cNvSpPr txBox="1"/>
            <p:nvPr/>
          </p:nvSpPr>
          <p:spPr>
            <a:xfrm>
              <a:off x="2819342" y="16906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E02F5C9-4A9C-64B1-0F12-F6983D25AFC0}"/>
                </a:ext>
              </a:extLst>
            </p:cNvPr>
            <p:cNvCxnSpPr>
              <a:cxnSpLocks/>
              <a:stCxn id="6" idx="2"/>
              <a:endCxn id="54" idx="0"/>
            </p:cNvCxnSpPr>
            <p:nvPr/>
          </p:nvCxnSpPr>
          <p:spPr>
            <a:xfrm>
              <a:off x="1372834" y="2345526"/>
              <a:ext cx="0" cy="7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21791F60-42E1-5F46-4863-CE3841BD74D6}"/>
                </a:ext>
              </a:extLst>
            </p:cNvPr>
            <p:cNvCxnSpPr>
              <a:cxnSpLocks/>
              <a:stCxn id="7" idx="2"/>
              <a:endCxn id="55" idx="0"/>
            </p:cNvCxnSpPr>
            <p:nvPr/>
          </p:nvCxnSpPr>
          <p:spPr>
            <a:xfrm>
              <a:off x="3171563" y="2337019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1A138C6-290D-4E2A-CB08-5EE85D34E5F0}"/>
                </a:ext>
              </a:extLst>
            </p:cNvPr>
            <p:cNvSpPr txBox="1"/>
            <p:nvPr/>
          </p:nvSpPr>
          <p:spPr>
            <a:xfrm>
              <a:off x="4333724" y="169994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7D96D70-E6D8-99BA-4051-5CDF49D75173}"/>
                </a:ext>
              </a:extLst>
            </p:cNvPr>
            <p:cNvCxnSpPr>
              <a:cxnSpLocks/>
            </p:cNvCxnSpPr>
            <p:nvPr/>
          </p:nvCxnSpPr>
          <p:spPr>
            <a:xfrm>
              <a:off x="4618073" y="2351461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99C1136-2E1B-CF82-2505-C477E1E1048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562" y="5380883"/>
              <a:ext cx="0" cy="101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BDD0874-3766-1B13-2382-6FA1C06EB3B8}"/>
                </a:ext>
              </a:extLst>
            </p:cNvPr>
            <p:cNvSpPr txBox="1"/>
            <p:nvPr/>
          </p:nvSpPr>
          <p:spPr>
            <a:xfrm>
              <a:off x="2795642" y="6243444"/>
              <a:ext cx="9467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67AA85A-6806-131E-F425-CD37C714A45F}"/>
                </a:ext>
              </a:extLst>
            </p:cNvPr>
            <p:cNvSpPr txBox="1"/>
            <p:nvPr/>
          </p:nvSpPr>
          <p:spPr>
            <a:xfrm>
              <a:off x="6201489" y="4222694"/>
              <a:ext cx="1102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E308EF78-1DC3-385B-C1D2-E4D6736D81D7}"/>
                </a:ext>
              </a:extLst>
            </p:cNvPr>
            <p:cNvCxnSpPr>
              <a:cxnSpLocks/>
              <a:stCxn id="14" idx="1"/>
              <a:endCxn id="62" idx="3"/>
            </p:cNvCxnSpPr>
            <p:nvPr/>
          </p:nvCxnSpPr>
          <p:spPr>
            <a:xfrm flipH="1">
              <a:off x="4720445" y="4545860"/>
              <a:ext cx="148104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488CEA14-9D3B-8540-900F-CD64844516A7}"/>
              </a:ext>
            </a:extLst>
          </p:cNvPr>
          <p:cNvGrpSpPr/>
          <p:nvPr/>
        </p:nvGrpSpPr>
        <p:grpSpPr>
          <a:xfrm>
            <a:off x="201793" y="2180874"/>
            <a:ext cx="1737941" cy="4217031"/>
            <a:chOff x="7204091" y="1941431"/>
            <a:chExt cx="1737941" cy="421703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B76DCCF1-56E5-392C-473B-E8B7208A51C8}"/>
                </a:ext>
              </a:extLst>
            </p:cNvPr>
            <p:cNvSpPr/>
            <p:nvPr/>
          </p:nvSpPr>
          <p:spPr>
            <a:xfrm>
              <a:off x="7850989" y="2820439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3229704B-6D44-D026-A2DF-0EE8265D5471}"/>
                </a:ext>
              </a:extLst>
            </p:cNvPr>
            <p:cNvSpPr/>
            <p:nvPr/>
          </p:nvSpPr>
          <p:spPr>
            <a:xfrm>
              <a:off x="7851785" y="371329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22D5A80-0A50-24C5-4969-02A849F24E76}"/>
                </a:ext>
              </a:extLst>
            </p:cNvPr>
            <p:cNvSpPr/>
            <p:nvPr/>
          </p:nvSpPr>
          <p:spPr>
            <a:xfrm>
              <a:off x="7846649" y="4603009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0.87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57FEB33-ABFB-EA99-8F4C-DD0CE96165E1}"/>
                </a:ext>
              </a:extLst>
            </p:cNvPr>
            <p:cNvSpPr/>
            <p:nvPr/>
          </p:nvSpPr>
          <p:spPr>
            <a:xfrm>
              <a:off x="7846649" y="5431769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0.55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301A0409-D23B-119B-D832-9BED55D43A73}"/>
                </a:ext>
              </a:extLst>
            </p:cNvPr>
            <p:cNvSpPr/>
            <p:nvPr/>
          </p:nvSpPr>
          <p:spPr>
            <a:xfrm>
              <a:off x="7846649" y="1941431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1A3AAE06-3D3A-AECE-8FCD-0EDC53E1C5EC}"/>
                </a:ext>
              </a:extLst>
            </p:cNvPr>
            <p:cNvSpPr txBox="1"/>
            <p:nvPr/>
          </p:nvSpPr>
          <p:spPr>
            <a:xfrm>
              <a:off x="7204091" y="20282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E009178D-FB6E-70A9-23B2-FE25BD1BFBF4}"/>
                </a:ext>
              </a:extLst>
            </p:cNvPr>
            <p:cNvSpPr txBox="1"/>
            <p:nvPr/>
          </p:nvSpPr>
          <p:spPr>
            <a:xfrm>
              <a:off x="7219344" y="286062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EB662DB-2374-AAC3-FDFC-3F7B4B668367}"/>
                </a:ext>
              </a:extLst>
            </p:cNvPr>
            <p:cNvSpPr txBox="1"/>
            <p:nvPr/>
          </p:nvSpPr>
          <p:spPr>
            <a:xfrm>
              <a:off x="7222078" y="3761662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94E1D46-2552-3FBA-D95B-C66427264E27}"/>
                </a:ext>
              </a:extLst>
            </p:cNvPr>
            <p:cNvSpPr txBox="1"/>
            <p:nvPr/>
          </p:nvSpPr>
          <p:spPr>
            <a:xfrm>
              <a:off x="7219344" y="468337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DA5DB408-F1D4-DA77-E68F-B1794A7FBFFB}"/>
                </a:ext>
              </a:extLst>
            </p:cNvPr>
            <p:cNvSpPr txBox="1"/>
            <p:nvPr/>
          </p:nvSpPr>
          <p:spPr>
            <a:xfrm>
              <a:off x="7237335" y="544692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A8B3458A-0938-1A9D-6E6B-6A4EBCDE6558}"/>
              </a:ext>
            </a:extLst>
          </p:cNvPr>
          <p:cNvSpPr txBox="1"/>
          <p:nvPr/>
        </p:nvSpPr>
        <p:spPr>
          <a:xfrm>
            <a:off x="2051437" y="4197643"/>
            <a:ext cx="225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threshold = 0.6</a:t>
            </a:r>
          </a:p>
        </p:txBody>
      </p:sp>
      <p:sp>
        <p:nvSpPr>
          <p:cNvPr id="73" name="Multiply 72">
            <a:extLst>
              <a:ext uri="{FF2B5EF4-FFF2-40B4-BE49-F238E27FC236}">
                <a16:creationId xmlns:a16="http://schemas.microsoft.com/office/drawing/2014/main" id="{0907E7A2-1A64-335B-D22A-C91DCBB07272}"/>
              </a:ext>
            </a:extLst>
          </p:cNvPr>
          <p:cNvSpPr/>
          <p:nvPr/>
        </p:nvSpPr>
        <p:spPr>
          <a:xfrm>
            <a:off x="4174130" y="3039616"/>
            <a:ext cx="1037340" cy="1402255"/>
          </a:xfrm>
          <a:prstGeom prst="mathMultiply">
            <a:avLst/>
          </a:prstGeom>
          <a:solidFill>
            <a:srgbClr val="C00000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4" name="Multiply 73">
            <a:extLst>
              <a:ext uri="{FF2B5EF4-FFF2-40B4-BE49-F238E27FC236}">
                <a16:creationId xmlns:a16="http://schemas.microsoft.com/office/drawing/2014/main" id="{0296DA90-FB26-158E-F81B-6DEBD49AA48A}"/>
              </a:ext>
            </a:extLst>
          </p:cNvPr>
          <p:cNvSpPr/>
          <p:nvPr/>
        </p:nvSpPr>
        <p:spPr>
          <a:xfrm>
            <a:off x="5681042" y="2973146"/>
            <a:ext cx="1037340" cy="1402255"/>
          </a:xfrm>
          <a:prstGeom prst="mathMultiply">
            <a:avLst/>
          </a:prstGeom>
          <a:solidFill>
            <a:srgbClr val="C00000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Multiply 74">
            <a:extLst>
              <a:ext uri="{FF2B5EF4-FFF2-40B4-BE49-F238E27FC236}">
                <a16:creationId xmlns:a16="http://schemas.microsoft.com/office/drawing/2014/main" id="{EE5E2119-9496-1F52-9AD0-15EA9D4A978E}"/>
              </a:ext>
            </a:extLst>
          </p:cNvPr>
          <p:cNvSpPr/>
          <p:nvPr/>
        </p:nvSpPr>
        <p:spPr>
          <a:xfrm>
            <a:off x="7257057" y="2950247"/>
            <a:ext cx="1037340" cy="1402255"/>
          </a:xfrm>
          <a:prstGeom prst="mathMultiply">
            <a:avLst/>
          </a:prstGeom>
          <a:solidFill>
            <a:srgbClr val="D5D4ED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88371B5E-35BC-CFB7-7176-A7E40346E597}"/>
              </a:ext>
            </a:extLst>
          </p:cNvPr>
          <p:cNvSpPr/>
          <p:nvPr/>
        </p:nvSpPr>
        <p:spPr>
          <a:xfrm>
            <a:off x="9309400" y="1658913"/>
            <a:ext cx="1866595" cy="1049496"/>
          </a:xfrm>
          <a:prstGeom prst="roundRect">
            <a:avLst/>
          </a:prstGeom>
          <a:solidFill>
            <a:srgbClr val="EEEE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Reaction added back</a:t>
            </a:r>
          </a:p>
        </p:txBody>
      </p: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76DC5703-4710-F0B4-B95E-5CFA487E21E0}"/>
              </a:ext>
            </a:extLst>
          </p:cNvPr>
          <p:cNvCxnSpPr>
            <a:cxnSpLocks/>
          </p:cNvCxnSpPr>
          <p:nvPr/>
        </p:nvCxnSpPr>
        <p:spPr>
          <a:xfrm rot="10800000" flipV="1">
            <a:off x="7793858" y="2319124"/>
            <a:ext cx="1515543" cy="8001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>
            <a:extLst>
              <a:ext uri="{FF2B5EF4-FFF2-40B4-BE49-F238E27FC236}">
                <a16:creationId xmlns:a16="http://schemas.microsoft.com/office/drawing/2014/main" id="{336355DB-4F10-F449-9017-E8AED8FFA0C9}"/>
              </a:ext>
            </a:extLst>
          </p:cNvPr>
          <p:cNvSpPr/>
          <p:nvPr/>
        </p:nvSpPr>
        <p:spPr>
          <a:xfrm>
            <a:off x="9303229" y="2894120"/>
            <a:ext cx="1102232" cy="1362074"/>
          </a:xfrm>
          <a:prstGeom prst="roundRec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164E8BBA-25D5-F571-6122-2785E1BCC4B9}"/>
              </a:ext>
            </a:extLst>
          </p:cNvPr>
          <p:cNvSpPr txBox="1"/>
          <p:nvPr/>
        </p:nvSpPr>
        <p:spPr>
          <a:xfrm>
            <a:off x="9282784" y="2911538"/>
            <a:ext cx="10929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cs typeface="Courier New" panose="02070309020205020404" pitchFamily="49" charset="0"/>
              </a:rPr>
              <a:t>objective</a:t>
            </a:r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1902FEB2-1F2B-38DD-0300-EE89E6BD1E98}"/>
              </a:ext>
            </a:extLst>
          </p:cNvPr>
          <p:cNvSpPr/>
          <p:nvPr/>
        </p:nvSpPr>
        <p:spPr>
          <a:xfrm>
            <a:off x="6541169" y="3761856"/>
            <a:ext cx="1037340" cy="1402255"/>
          </a:xfrm>
          <a:prstGeom prst="mathMultiply">
            <a:avLst/>
          </a:prstGeom>
          <a:solidFill>
            <a:srgbClr val="D5D4ED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832061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8FEFC8-209D-041C-7778-C615689BA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023F7A01-0EAA-57A7-8594-B88575153A3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7806"/>
          <a:stretch>
            <a:fillRect/>
          </a:stretch>
        </p:blipFill>
        <p:spPr>
          <a:xfrm>
            <a:off x="367862" y="1933951"/>
            <a:ext cx="7772400" cy="44551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CC77AD4-BC52-F007-0D36-5A71950A2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85938" cy="1325563"/>
          </a:xfrm>
        </p:spPr>
        <p:txBody>
          <a:bodyPr/>
          <a:lstStyle/>
          <a:p>
            <a:r>
              <a:rPr lang="en-US" dirty="0" err="1"/>
              <a:t>iMAT</a:t>
            </a:r>
            <a:r>
              <a:rPr lang="en-US" dirty="0"/>
              <a:t> (2008): integrative Metabolic Analysis Tool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45105FAA-9192-C9EE-7D52-50B4D0D2B8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8531"/>
          <a:stretch>
            <a:fillRect/>
          </a:stretch>
        </p:blipFill>
        <p:spPr>
          <a:xfrm>
            <a:off x="367862" y="1444924"/>
            <a:ext cx="7772400" cy="707725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8447AA73-C0EF-6ADC-220A-1FCB07AFEE55}"/>
              </a:ext>
            </a:extLst>
          </p:cNvPr>
          <p:cNvSpPr/>
          <p:nvPr/>
        </p:nvSpPr>
        <p:spPr>
          <a:xfrm>
            <a:off x="367862" y="3429000"/>
            <a:ext cx="11456276" cy="3429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0F31D8-11E2-FBDC-8909-CF03D99E3923}"/>
              </a:ext>
            </a:extLst>
          </p:cNvPr>
          <p:cNvSpPr txBox="1"/>
          <p:nvPr/>
        </p:nvSpPr>
        <p:spPr>
          <a:xfrm>
            <a:off x="367862" y="6492875"/>
            <a:ext cx="1005243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>
                <a:hlinkClick r:id="rId3"/>
              </a:rPr>
              <a:t>Shlomi, T., et al.,  (2008). Network-based prediction of human tissue-specific metabolism. </a:t>
            </a:r>
            <a:r>
              <a:rPr lang="en-GB" sz="1400" i="1" dirty="0">
                <a:hlinkClick r:id="rId3"/>
              </a:rPr>
              <a:t>Nat, biotechnology</a:t>
            </a:r>
            <a:r>
              <a:rPr lang="en-GB" sz="1400" dirty="0">
                <a:hlinkClick r:id="rId3"/>
              </a:rPr>
              <a:t>, </a:t>
            </a:r>
            <a:r>
              <a:rPr lang="en-GB" sz="1400" i="1" dirty="0">
                <a:hlinkClick r:id="rId3"/>
              </a:rPr>
              <a:t>26</a:t>
            </a:r>
            <a:r>
              <a:rPr lang="en-GB" sz="1400" dirty="0">
                <a:hlinkClick r:id="rId3"/>
              </a:rPr>
              <a:t>(9), 1003-1010.</a:t>
            </a:r>
            <a:endParaRPr lang="en-US" sz="14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09BA6D-61BF-C509-E682-9A0F88253AAB}"/>
              </a:ext>
            </a:extLst>
          </p:cNvPr>
          <p:cNvSpPr txBox="1"/>
          <p:nvPr/>
        </p:nvSpPr>
        <p:spPr>
          <a:xfrm>
            <a:off x="0" y="3232448"/>
            <a:ext cx="12192000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 err="1"/>
              <a:t>iMAT</a:t>
            </a:r>
            <a:r>
              <a:rPr lang="en-US" sz="2400" dirty="0"/>
              <a:t> discretises  expression data into three categories: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high expression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+1</a:t>
            </a:r>
            <a:r>
              <a:rPr lang="en-US" sz="2400" dirty="0"/>
              <a:t>), low expression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-1</a:t>
            </a:r>
            <a:r>
              <a:rPr lang="en-US" sz="2400" dirty="0"/>
              <a:t>) and moderate (</a:t>
            </a:r>
            <a:r>
              <a:rPr lang="en-US" sz="2400" b="1" dirty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400" dirty="0"/>
              <a:t>)</a:t>
            </a:r>
            <a:endParaRPr lang="en-US" sz="2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Uses Boolean logic to map gene states to corresponding metabolic reactions: </a:t>
            </a:r>
            <a:r>
              <a:rPr lang="en-US" sz="2400" b="1" dirty="0"/>
              <a:t>labels reactions activity as high, low or moderate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 err="1"/>
              <a:t>iMAT</a:t>
            </a:r>
            <a:r>
              <a:rPr lang="en-US" sz="2400" dirty="0"/>
              <a:t> finds a steady-state flux distribution </a:t>
            </a:r>
            <a:r>
              <a:rPr lang="en-US" sz="2400" b="1" dirty="0"/>
              <a:t>using MILP </a:t>
            </a:r>
            <a:r>
              <a:rPr lang="en-US" sz="2400" dirty="0"/>
              <a:t>that is consistent with defined gene classification - </a:t>
            </a:r>
            <a:r>
              <a:rPr lang="en-US" sz="2400" b="1" dirty="0"/>
              <a:t>that maximises use of  highly active reactions  and  </a:t>
            </a:r>
            <a:r>
              <a:rPr lang="en-US" sz="2400" b="1" dirty="0" err="1"/>
              <a:t>minimises</a:t>
            </a:r>
            <a:r>
              <a:rPr lang="en-US" sz="2400" b="1" dirty="0"/>
              <a:t> low activity reactions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b="1" dirty="0"/>
              <a:t>produces a final functional optimised model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2400" dirty="0"/>
              <a:t>No requirement to define an objective reaction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571500" indent="-571500">
              <a:buFont typeface="Arial" panose="020B0604020202020204" pitchFamily="34" charset="0"/>
              <a:buChar char="•"/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3140302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A30F5-FED6-FBE4-73EB-5C4AFD570C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3CE32-413A-C7AB-91B6-94462DADD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iMAT</a:t>
            </a:r>
            <a:r>
              <a:rPr lang="en-US" dirty="0"/>
              <a:t> (2008): integrative Metabolic Analysis Tool</a:t>
            </a:r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892D577B-B3B8-1B19-CBD3-04081E6BD723}"/>
              </a:ext>
            </a:extLst>
          </p:cNvPr>
          <p:cNvGrpSpPr/>
          <p:nvPr/>
        </p:nvGrpSpPr>
        <p:grpSpPr>
          <a:xfrm>
            <a:off x="3847636" y="1550048"/>
            <a:ext cx="6763391" cy="5199087"/>
            <a:chOff x="540330" y="1690688"/>
            <a:chExt cx="6763391" cy="51990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3234D1C9-AA7A-E731-E5D5-9922AA158D58}"/>
                </a:ext>
              </a:extLst>
            </p:cNvPr>
            <p:cNvGrpSpPr/>
            <p:nvPr/>
          </p:nvGrpSpPr>
          <p:grpSpPr>
            <a:xfrm>
              <a:off x="540330" y="2484383"/>
              <a:ext cx="6525811" cy="4306024"/>
              <a:chOff x="1530220" y="1690688"/>
              <a:chExt cx="6525811" cy="4306024"/>
            </a:xfrm>
          </p:grpSpPr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919F36E9-A85E-05FA-A472-7F9F6B07C9EA}"/>
                  </a:ext>
                </a:extLst>
              </p:cNvPr>
              <p:cNvSpPr/>
              <p:nvPr/>
            </p:nvSpPr>
            <p:spPr>
              <a:xfrm>
                <a:off x="1530220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9DE6227E-B1E2-D6A9-3358-30382435C8CF}"/>
                  </a:ext>
                </a:extLst>
              </p:cNvPr>
              <p:cNvCxnSpPr>
                <a:cxnSpLocks/>
                <a:stCxn id="41" idx="6"/>
              </p:cNvCxnSpPr>
              <p:nvPr/>
            </p:nvCxnSpPr>
            <p:spPr>
              <a:xfrm>
                <a:off x="2146041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EAE7BF1F-AC80-69FC-E07F-C59B2643E10A}"/>
                  </a:ext>
                </a:extLst>
              </p:cNvPr>
              <p:cNvSpPr/>
              <p:nvPr/>
            </p:nvSpPr>
            <p:spPr>
              <a:xfrm>
                <a:off x="3079102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941D6961-04CD-5DAD-DC96-A0DAF7902B70}"/>
                  </a:ext>
                </a:extLst>
              </p:cNvPr>
              <p:cNvSpPr/>
              <p:nvPr/>
            </p:nvSpPr>
            <p:spPr>
              <a:xfrm>
                <a:off x="4627984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3DFED38B-4E7B-1B92-AEB1-D2DAD455B7BA}"/>
                  </a:ext>
                </a:extLst>
              </p:cNvPr>
              <p:cNvSpPr/>
              <p:nvPr/>
            </p:nvSpPr>
            <p:spPr>
              <a:xfrm>
                <a:off x="4627984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8F1942A2-06F4-176E-7AED-7A28B6CF2581}"/>
                  </a:ext>
                </a:extLst>
              </p:cNvPr>
              <p:cNvSpPr/>
              <p:nvPr/>
            </p:nvSpPr>
            <p:spPr>
              <a:xfrm>
                <a:off x="1530220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" name="Oval 46">
                <a:extLst>
                  <a:ext uri="{FF2B5EF4-FFF2-40B4-BE49-F238E27FC236}">
                    <a16:creationId xmlns:a16="http://schemas.microsoft.com/office/drawing/2014/main" id="{02DF8D85-752C-85AC-1EB8-324E679B9CCC}"/>
                  </a:ext>
                </a:extLst>
              </p:cNvPr>
              <p:cNvSpPr/>
              <p:nvPr/>
            </p:nvSpPr>
            <p:spPr>
              <a:xfrm>
                <a:off x="3135086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8C67A85B-82E0-F460-7AB1-FCCE197F723F}"/>
                  </a:ext>
                </a:extLst>
              </p:cNvPr>
              <p:cNvCxnSpPr>
                <a:cxnSpLocks/>
                <a:stCxn id="43" idx="6"/>
                <a:endCxn id="44" idx="2"/>
              </p:cNvCxnSpPr>
              <p:nvPr/>
            </p:nvCxnSpPr>
            <p:spPr>
              <a:xfrm>
                <a:off x="3694923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4CE10BA2-5F9E-E101-0C64-1AF7359C3C8B}"/>
                  </a:ext>
                </a:extLst>
              </p:cNvPr>
              <p:cNvCxnSpPr>
                <a:cxnSpLocks/>
                <a:stCxn id="44" idx="4"/>
                <a:endCxn id="45" idx="0"/>
              </p:cNvCxnSpPr>
              <p:nvPr/>
            </p:nvCxnSpPr>
            <p:spPr>
              <a:xfrm>
                <a:off x="4935895" y="3247053"/>
                <a:ext cx="0" cy="940545"/>
              </a:xfrm>
              <a:prstGeom prst="straightConnector1">
                <a:avLst/>
              </a:prstGeom>
              <a:ln w="63500"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DA076EA9-6F3D-996B-BF4F-D9FA4D75F545}"/>
                  </a:ext>
                </a:extLst>
              </p:cNvPr>
              <p:cNvCxnSpPr>
                <a:cxnSpLocks/>
                <a:stCxn id="46" idx="6"/>
                <a:endCxn id="47" idx="2"/>
              </p:cNvCxnSpPr>
              <p:nvPr/>
            </p:nvCxnSpPr>
            <p:spPr>
              <a:xfrm>
                <a:off x="2146041" y="4495508"/>
                <a:ext cx="989045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8ECA389-650F-B47A-E6F4-EC10927CA481}"/>
                  </a:ext>
                </a:extLst>
              </p:cNvPr>
              <p:cNvCxnSpPr>
                <a:cxnSpLocks/>
                <a:stCxn id="47" idx="6"/>
                <a:endCxn id="45" idx="2"/>
              </p:cNvCxnSpPr>
              <p:nvPr/>
            </p:nvCxnSpPr>
            <p:spPr>
              <a:xfrm>
                <a:off x="3750907" y="4495508"/>
                <a:ext cx="877077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Arrow Connector 51">
                <a:extLst>
                  <a:ext uri="{FF2B5EF4-FFF2-40B4-BE49-F238E27FC236}">
                    <a16:creationId xmlns:a16="http://schemas.microsoft.com/office/drawing/2014/main" id="{C06C7AC8-DF8E-5EDA-A289-F132FECFA625}"/>
                  </a:ext>
                </a:extLst>
              </p:cNvPr>
              <p:cNvCxnSpPr>
                <a:cxnSpLocks/>
                <a:stCxn id="44" idx="6"/>
                <a:endCxn id="53" idx="2"/>
              </p:cNvCxnSpPr>
              <p:nvPr/>
            </p:nvCxnSpPr>
            <p:spPr>
              <a:xfrm>
                <a:off x="5243805" y="2939143"/>
                <a:ext cx="933061" cy="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5CE3327F-669B-83DD-B584-BB60ADFC9054}"/>
                  </a:ext>
                </a:extLst>
              </p:cNvPr>
              <p:cNvSpPr/>
              <p:nvPr/>
            </p:nvSpPr>
            <p:spPr>
              <a:xfrm>
                <a:off x="6176866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FBB53B2B-3F5C-6E56-49E4-2980C4C9BCC5}"/>
                  </a:ext>
                </a:extLst>
              </p:cNvPr>
              <p:cNvSpPr txBox="1"/>
              <p:nvPr/>
            </p:nvSpPr>
            <p:spPr>
              <a:xfrm>
                <a:off x="2010503" y="2257249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CBF87775-B440-3CC1-DC58-6760F260A8A5}"/>
                  </a:ext>
                </a:extLst>
              </p:cNvPr>
              <p:cNvSpPr txBox="1"/>
              <p:nvPr/>
            </p:nvSpPr>
            <p:spPr>
              <a:xfrm>
                <a:off x="3809233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A957429-49AC-A213-B7B5-9577DEF85951}"/>
                  </a:ext>
                </a:extLst>
              </p:cNvPr>
              <p:cNvSpPr txBox="1"/>
              <p:nvPr/>
            </p:nvSpPr>
            <p:spPr>
              <a:xfrm>
                <a:off x="5323614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6E6DAAA4-805E-4623-6645-9DDF5C8B79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2687" y="2938573"/>
                <a:ext cx="1263344" cy="570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2B7D5666-6B20-1A52-4F47-9DBD8DF8E722}"/>
                  </a:ext>
                </a:extLst>
              </p:cNvPr>
              <p:cNvSpPr txBox="1"/>
              <p:nvPr/>
            </p:nvSpPr>
            <p:spPr>
              <a:xfrm>
                <a:off x="7085400" y="2257249"/>
                <a:ext cx="970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7C229E5F-A268-B681-F4FE-30069FA65A0D}"/>
                  </a:ext>
                </a:extLst>
              </p:cNvPr>
              <p:cNvSpPr txBox="1"/>
              <p:nvPr/>
            </p:nvSpPr>
            <p:spPr>
              <a:xfrm>
                <a:off x="2101731" y="3833906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Rounded Rectangle 59">
                <a:extLst>
                  <a:ext uri="{FF2B5EF4-FFF2-40B4-BE49-F238E27FC236}">
                    <a16:creationId xmlns:a16="http://schemas.microsoft.com/office/drawing/2014/main" id="{E3DE4BDF-EE12-1A3C-4969-301746736A3D}"/>
                  </a:ext>
                </a:extLst>
              </p:cNvPr>
              <p:cNvSpPr/>
              <p:nvPr/>
            </p:nvSpPr>
            <p:spPr>
              <a:xfrm>
                <a:off x="2714944" y="1690688"/>
                <a:ext cx="4389241" cy="3690204"/>
              </a:xfrm>
              <a:prstGeom prst="roundRect">
                <a:avLst/>
              </a:prstGeom>
              <a:noFill/>
              <a:ln w="603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DA88D28A-F358-C1DD-AF67-251E10D13E32}"/>
                  </a:ext>
                </a:extLst>
              </p:cNvPr>
              <p:cNvSpPr txBox="1"/>
              <p:nvPr/>
            </p:nvSpPr>
            <p:spPr>
              <a:xfrm>
                <a:off x="3837224" y="3849177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3F1BE75D-3227-84C4-39B7-F7DDAFBB96AE}"/>
                  </a:ext>
                </a:extLst>
              </p:cNvPr>
              <p:cNvSpPr txBox="1"/>
              <p:nvPr/>
            </p:nvSpPr>
            <p:spPr>
              <a:xfrm>
                <a:off x="5005894" y="3429000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3" name="Straight Arrow Connector 62">
                <a:extLst>
                  <a:ext uri="{FF2B5EF4-FFF2-40B4-BE49-F238E27FC236}">
                    <a16:creationId xmlns:a16="http://schemas.microsoft.com/office/drawing/2014/main" id="{E95AF73F-C61A-0376-99EC-3595643504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5894" y="4803418"/>
                <a:ext cx="0" cy="1193294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A54EDD87-0B89-4262-ACCC-2FAAE74BDCEE}"/>
                  </a:ext>
                </a:extLst>
              </p:cNvPr>
              <p:cNvSpPr txBox="1"/>
              <p:nvPr/>
            </p:nvSpPr>
            <p:spPr>
              <a:xfrm>
                <a:off x="5108267" y="4770015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D60B8DA-4A58-AE96-E46D-B9C0B48E4497}"/>
                </a:ext>
              </a:extLst>
            </p:cNvPr>
            <p:cNvSpPr txBox="1"/>
            <p:nvPr/>
          </p:nvSpPr>
          <p:spPr>
            <a:xfrm>
              <a:off x="1020613" y="16991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E572CA9-9051-AAF0-DB88-4210638EC95A}"/>
                </a:ext>
              </a:extLst>
            </p:cNvPr>
            <p:cNvSpPr txBox="1"/>
            <p:nvPr/>
          </p:nvSpPr>
          <p:spPr>
            <a:xfrm>
              <a:off x="2819342" y="16906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C56057F-CB25-4171-F41A-E8DE55AF598A}"/>
                </a:ext>
              </a:extLst>
            </p:cNvPr>
            <p:cNvCxnSpPr>
              <a:cxnSpLocks/>
              <a:stCxn id="6" idx="2"/>
              <a:endCxn id="54" idx="0"/>
            </p:cNvCxnSpPr>
            <p:nvPr/>
          </p:nvCxnSpPr>
          <p:spPr>
            <a:xfrm>
              <a:off x="1372834" y="2345526"/>
              <a:ext cx="0" cy="7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1A970740-2508-E5FC-CB71-253032541D47}"/>
                </a:ext>
              </a:extLst>
            </p:cNvPr>
            <p:cNvCxnSpPr>
              <a:cxnSpLocks/>
              <a:stCxn id="7" idx="2"/>
              <a:endCxn id="55" idx="0"/>
            </p:cNvCxnSpPr>
            <p:nvPr/>
          </p:nvCxnSpPr>
          <p:spPr>
            <a:xfrm>
              <a:off x="3171563" y="2337019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F903132-889D-2153-1DD5-7687892BC399}"/>
                </a:ext>
              </a:extLst>
            </p:cNvPr>
            <p:cNvSpPr txBox="1"/>
            <p:nvPr/>
          </p:nvSpPr>
          <p:spPr>
            <a:xfrm>
              <a:off x="4333724" y="169994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645ED375-DBAD-E04D-8DC2-4B6888A1F02B}"/>
                </a:ext>
              </a:extLst>
            </p:cNvPr>
            <p:cNvCxnSpPr>
              <a:cxnSpLocks/>
            </p:cNvCxnSpPr>
            <p:nvPr/>
          </p:nvCxnSpPr>
          <p:spPr>
            <a:xfrm>
              <a:off x="4618073" y="2351461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63664A51-2601-F95D-D4E8-98F1EB5245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562" y="5380883"/>
              <a:ext cx="0" cy="101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CEDB8FC4-59FF-F557-D75A-796A3C1E547F}"/>
                </a:ext>
              </a:extLst>
            </p:cNvPr>
            <p:cNvSpPr txBox="1"/>
            <p:nvPr/>
          </p:nvSpPr>
          <p:spPr>
            <a:xfrm>
              <a:off x="2795642" y="6243444"/>
              <a:ext cx="9467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12E938E-90F3-F8B4-1848-000311C2AAF6}"/>
                </a:ext>
              </a:extLst>
            </p:cNvPr>
            <p:cNvSpPr txBox="1"/>
            <p:nvPr/>
          </p:nvSpPr>
          <p:spPr>
            <a:xfrm>
              <a:off x="6201489" y="4222694"/>
              <a:ext cx="1102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97500DAF-3AE7-26B9-5862-C4F0433FF42C}"/>
                </a:ext>
              </a:extLst>
            </p:cNvPr>
            <p:cNvCxnSpPr>
              <a:cxnSpLocks/>
              <a:stCxn id="14" idx="1"/>
              <a:endCxn id="62" idx="3"/>
            </p:cNvCxnSpPr>
            <p:nvPr/>
          </p:nvCxnSpPr>
          <p:spPr>
            <a:xfrm flipH="1">
              <a:off x="4720445" y="4545860"/>
              <a:ext cx="148104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28850412-3DBF-1B31-8BA4-DF1743B62120}"/>
              </a:ext>
            </a:extLst>
          </p:cNvPr>
          <p:cNvGrpSpPr/>
          <p:nvPr/>
        </p:nvGrpSpPr>
        <p:grpSpPr>
          <a:xfrm>
            <a:off x="145383" y="2196379"/>
            <a:ext cx="1737941" cy="4217031"/>
            <a:chOff x="7204091" y="1941431"/>
            <a:chExt cx="1737941" cy="4217031"/>
          </a:xfrm>
        </p:grpSpPr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3A83159C-5981-DF7E-358B-CECE32BD0D48}"/>
                </a:ext>
              </a:extLst>
            </p:cNvPr>
            <p:cNvSpPr/>
            <p:nvPr/>
          </p:nvSpPr>
          <p:spPr>
            <a:xfrm>
              <a:off x="7850989" y="2820439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6400959-11A1-F159-13D8-A7A93F66E518}"/>
                </a:ext>
              </a:extLst>
            </p:cNvPr>
            <p:cNvSpPr/>
            <p:nvPr/>
          </p:nvSpPr>
          <p:spPr>
            <a:xfrm>
              <a:off x="7851785" y="371329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0.55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163ABDB-D8A2-A943-2997-2525209AF26C}"/>
                </a:ext>
              </a:extLst>
            </p:cNvPr>
            <p:cNvSpPr/>
            <p:nvPr/>
          </p:nvSpPr>
          <p:spPr>
            <a:xfrm>
              <a:off x="7846649" y="4603009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0.87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EF759682-4F38-6F96-7762-C59B6C152674}"/>
                </a:ext>
              </a:extLst>
            </p:cNvPr>
            <p:cNvSpPr/>
            <p:nvPr/>
          </p:nvSpPr>
          <p:spPr>
            <a:xfrm>
              <a:off x="7846649" y="5431769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0.55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40064426-92F7-CFC5-C817-E10CE1674813}"/>
                </a:ext>
              </a:extLst>
            </p:cNvPr>
            <p:cNvSpPr/>
            <p:nvPr/>
          </p:nvSpPr>
          <p:spPr>
            <a:xfrm>
              <a:off x="7846649" y="1941431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756DF4AC-7504-C478-EC3B-D9A611EE93EC}"/>
                </a:ext>
              </a:extLst>
            </p:cNvPr>
            <p:cNvSpPr txBox="1"/>
            <p:nvPr/>
          </p:nvSpPr>
          <p:spPr>
            <a:xfrm>
              <a:off x="7204091" y="20282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DC45AEA7-8C4E-D7AE-12B9-0D3127283A43}"/>
                </a:ext>
              </a:extLst>
            </p:cNvPr>
            <p:cNvSpPr txBox="1"/>
            <p:nvPr/>
          </p:nvSpPr>
          <p:spPr>
            <a:xfrm>
              <a:off x="7219344" y="286062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7E8D2B9-E228-083A-40AD-DFCD022E86B0}"/>
                </a:ext>
              </a:extLst>
            </p:cNvPr>
            <p:cNvSpPr txBox="1"/>
            <p:nvPr/>
          </p:nvSpPr>
          <p:spPr>
            <a:xfrm>
              <a:off x="7222078" y="3761662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62A2C78-90C7-8E98-4CE7-61D6408BB649}"/>
                </a:ext>
              </a:extLst>
            </p:cNvPr>
            <p:cNvSpPr txBox="1"/>
            <p:nvPr/>
          </p:nvSpPr>
          <p:spPr>
            <a:xfrm>
              <a:off x="7219344" y="468337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8166958-BB12-A7EE-98AC-3C3796FD5599}"/>
                </a:ext>
              </a:extLst>
            </p:cNvPr>
            <p:cNvSpPr txBox="1"/>
            <p:nvPr/>
          </p:nvSpPr>
          <p:spPr>
            <a:xfrm>
              <a:off x="7237335" y="544692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sp>
        <p:nvSpPr>
          <p:cNvPr id="73" name="Multiply 72">
            <a:extLst>
              <a:ext uri="{FF2B5EF4-FFF2-40B4-BE49-F238E27FC236}">
                <a16:creationId xmlns:a16="http://schemas.microsoft.com/office/drawing/2014/main" id="{C021D78F-5A01-EF57-DEC5-7BD6EA446F47}"/>
              </a:ext>
            </a:extLst>
          </p:cNvPr>
          <p:cNvSpPr/>
          <p:nvPr/>
        </p:nvSpPr>
        <p:spPr>
          <a:xfrm>
            <a:off x="4112908" y="2829906"/>
            <a:ext cx="1520485" cy="1402255"/>
          </a:xfrm>
          <a:prstGeom prst="mathMultiply">
            <a:avLst/>
          </a:prstGeom>
          <a:solidFill>
            <a:srgbClr val="C00000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2F2A4F57-F81F-F19D-E30C-5CB0D46A03F3}"/>
              </a:ext>
            </a:extLst>
          </p:cNvPr>
          <p:cNvSpPr/>
          <p:nvPr/>
        </p:nvSpPr>
        <p:spPr>
          <a:xfrm>
            <a:off x="9606199" y="1549920"/>
            <a:ext cx="1866595" cy="1049496"/>
          </a:xfrm>
          <a:prstGeom prst="roundRect">
            <a:avLst/>
          </a:prstGeom>
          <a:solidFill>
            <a:srgbClr val="EEEEF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Reaction added back</a:t>
            </a:r>
          </a:p>
        </p:txBody>
      </p:sp>
      <p:cxnSp>
        <p:nvCxnSpPr>
          <p:cNvPr id="81" name="Curved Connector 80">
            <a:extLst>
              <a:ext uri="{FF2B5EF4-FFF2-40B4-BE49-F238E27FC236}">
                <a16:creationId xmlns:a16="http://schemas.microsoft.com/office/drawing/2014/main" id="{C92CDBE7-9DF3-B653-F6D8-4D1132F09D91}"/>
              </a:ext>
            </a:extLst>
          </p:cNvPr>
          <p:cNvCxnSpPr>
            <a:cxnSpLocks/>
          </p:cNvCxnSpPr>
          <p:nvPr/>
        </p:nvCxnSpPr>
        <p:spPr>
          <a:xfrm rot="10800000" flipV="1">
            <a:off x="8068971" y="2075100"/>
            <a:ext cx="1515543" cy="800163"/>
          </a:xfrm>
          <a:prstGeom prst="curved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96114C79-0086-CE56-4BEA-01BD176F1EED}"/>
              </a:ext>
            </a:extLst>
          </p:cNvPr>
          <p:cNvCxnSpPr/>
          <p:nvPr/>
        </p:nvCxnSpPr>
        <p:spPr>
          <a:xfrm>
            <a:off x="2164702" y="4256194"/>
            <a:ext cx="209936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02D4BC6-3216-F09A-FDBF-A749C2C3D791}"/>
              </a:ext>
            </a:extLst>
          </p:cNvPr>
          <p:cNvSpPr txBox="1"/>
          <p:nvPr/>
        </p:nvSpPr>
        <p:spPr>
          <a:xfrm>
            <a:off x="1878188" y="3955489"/>
            <a:ext cx="365446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low threshold = 0.25</a:t>
            </a:r>
          </a:p>
          <a:p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high threshold = 0.75</a:t>
            </a:r>
          </a:p>
        </p:txBody>
      </p:sp>
      <p:sp>
        <p:nvSpPr>
          <p:cNvPr id="17" name="Multiply 16">
            <a:extLst>
              <a:ext uri="{FF2B5EF4-FFF2-40B4-BE49-F238E27FC236}">
                <a16:creationId xmlns:a16="http://schemas.microsoft.com/office/drawing/2014/main" id="{D9106056-DE3E-ABC6-2610-16A685320BCF}"/>
              </a:ext>
            </a:extLst>
          </p:cNvPr>
          <p:cNvSpPr/>
          <p:nvPr/>
        </p:nvSpPr>
        <p:spPr>
          <a:xfrm>
            <a:off x="5663339" y="2849434"/>
            <a:ext cx="1520485" cy="1402255"/>
          </a:xfrm>
          <a:prstGeom prst="mathMultiply">
            <a:avLst/>
          </a:prstGeom>
          <a:solidFill>
            <a:srgbClr val="C00000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Multiply 18">
            <a:extLst>
              <a:ext uri="{FF2B5EF4-FFF2-40B4-BE49-F238E27FC236}">
                <a16:creationId xmlns:a16="http://schemas.microsoft.com/office/drawing/2014/main" id="{5A4D020F-C538-619D-8260-59BFBFD125A8}"/>
              </a:ext>
            </a:extLst>
          </p:cNvPr>
          <p:cNvSpPr/>
          <p:nvPr/>
        </p:nvSpPr>
        <p:spPr>
          <a:xfrm>
            <a:off x="7424460" y="2765107"/>
            <a:ext cx="1037340" cy="1402255"/>
          </a:xfrm>
          <a:prstGeom prst="mathMultiply">
            <a:avLst/>
          </a:prstGeom>
          <a:solidFill>
            <a:srgbClr val="D5D4ED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ultiply 2">
            <a:extLst>
              <a:ext uri="{FF2B5EF4-FFF2-40B4-BE49-F238E27FC236}">
                <a16:creationId xmlns:a16="http://schemas.microsoft.com/office/drawing/2014/main" id="{170BA42D-6407-4201-0849-7373D0C6FD9B}"/>
              </a:ext>
            </a:extLst>
          </p:cNvPr>
          <p:cNvSpPr/>
          <p:nvPr/>
        </p:nvSpPr>
        <p:spPr>
          <a:xfrm>
            <a:off x="6751471" y="3653484"/>
            <a:ext cx="1037340" cy="1402255"/>
          </a:xfrm>
          <a:prstGeom prst="mathMultiply">
            <a:avLst/>
          </a:prstGeom>
          <a:solidFill>
            <a:srgbClr val="D5D4ED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48953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36223-626B-7EA2-2782-342E6C169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Mixed Integer Linear Programming VS LP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AAE02-4567-B058-6645-E54B1D8FF2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571625"/>
                <a:ext cx="10883900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Both are optimisation methods that maximise an objective</a:t>
                </a:r>
              </a:p>
              <a:p>
                <a:r>
                  <a:rPr lang="en-US" b="1" dirty="0"/>
                  <a:t>LP</a:t>
                </a:r>
                <a:r>
                  <a:rPr lang="en-US" dirty="0"/>
                  <a:t> uses continuous variables as constraints and reaction fluxes </a:t>
                </a:r>
              </a:p>
              <a:p>
                <a:endParaRPr lang="en-US" dirty="0"/>
              </a:p>
              <a:p>
                <a:r>
                  <a:rPr lang="en-GB" dirty="0"/>
                  <a:t>subject to </a:t>
                </a:r>
                <a:r>
                  <a:rPr lang="en-GB" dirty="0"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US" b="1" dirty="0"/>
                  <a:t>Mixed Integer Linear Programming (MILP) </a:t>
                </a:r>
                <a:r>
                  <a:rPr lang="en-US" dirty="0"/>
                  <a:t>combines continuous variables with integer (binary) variables [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0,1</m:t>
                    </m:r>
                    <m:r>
                      <a:rPr lang="en-GB" b="0" i="0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 dirty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 :reaction is on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i="1" baseline="-25000" dirty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=0 </m:t>
                    </m:r>
                  </m:oMath>
                </a14:m>
                <a:r>
                  <a:rPr lang="en-US" dirty="0"/>
                  <a:t>:reaction is off</a:t>
                </a:r>
              </a:p>
              <a:p>
                <a:r>
                  <a:rPr lang="en-GB" dirty="0"/>
                  <a:t>subject to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𝑙</m:t>
                    </m:r>
                    <m:sSub>
                      <m:sSubPr>
                        <m:ctrlPr>
                          <a:rPr lang="en-GB" b="0" i="1" baseline="-2500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baseline="-25000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GB" i="0" dirty="0">
                        <a:latin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GB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GB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GB" dirty="0"/>
              </a:p>
              <a:p>
                <a:r>
                  <a:rPr lang="en-GB" dirty="0"/>
                  <a:t>For MILP, the binary decision </a:t>
                </a:r>
                <a14:m>
                  <m:oMath xmlns:m="http://schemas.openxmlformats.org/officeDocument/2006/math">
                    <m:r>
                      <a:rPr lang="en-GB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GB" i="1" baseline="-25000" dirty="0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controls the continuous flux:</a:t>
                </a:r>
              </a:p>
              <a:p>
                <a:pPr lvl="1"/>
                <a:endParaRPr lang="en-GB" dirty="0"/>
              </a:p>
              <a:p>
                <a:pPr lvl="1"/>
                <a:endParaRPr lang="en-GB" dirty="0"/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A9AAE02-4567-B058-6645-E54B1D8FF2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571625"/>
                <a:ext cx="10883900" cy="4351338"/>
              </a:xfrm>
              <a:blipFill>
                <a:blip r:embed="rId2"/>
                <a:stretch>
                  <a:fillRect l="-932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3436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2802D-F4D5-5DE4-D32C-CE82B348F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86252C0-240A-5DC3-E81F-6740143D4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699" y="1202321"/>
            <a:ext cx="9334501" cy="222667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9C5A4A8-A717-7D03-AD5D-7A5C2381C3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E-FLUX (2009)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AB5D0-10E0-BD6E-8013-16A003ED89F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3564290"/>
                <a:ext cx="10515600" cy="3293710"/>
              </a:xfrm>
            </p:spPr>
            <p:txBody>
              <a:bodyPr>
                <a:normAutofit/>
              </a:bodyPr>
              <a:lstStyle/>
              <a:p>
                <a:r>
                  <a:rPr lang="en-US" sz="2000" dirty="0"/>
                  <a:t>No penalty (GIMME) or gene discretisation (</a:t>
                </a:r>
                <a:r>
                  <a:rPr lang="en-US" sz="2000" dirty="0" err="1"/>
                  <a:t>iMAT</a:t>
                </a:r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Maps gene expression / protein abundance directly as constraints</a:t>
                </a:r>
              </a:p>
              <a:p>
                <a:r>
                  <a:rPr lang="en-US" sz="2000" dirty="0"/>
                  <a:t>High expression = large upper bound constraints</a:t>
                </a:r>
              </a:p>
              <a:p>
                <a:r>
                  <a:rPr lang="en-US" sz="2000" dirty="0"/>
                  <a:t>Low expression = tight constraint on upper bounds</a:t>
                </a:r>
              </a:p>
              <a:p>
                <a:r>
                  <a:rPr lang="en-US" sz="2000" dirty="0"/>
                  <a:t>Using GPR rules to directly set reaction constrains</a:t>
                </a:r>
              </a:p>
              <a:p>
                <a:pPr lvl="1"/>
                <a:r>
                  <a:rPr lang="en-US" sz="1900" dirty="0"/>
                  <a:t> </a:t>
                </a:r>
                <a:r>
                  <a:rPr lang="en-GB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AND B</a:t>
                </a:r>
                <a:r>
                  <a:rPr lang="en-GB" sz="1900" dirty="0"/>
                  <a:t>: use </a:t>
                </a:r>
                <a14:m>
                  <m:oMath xmlns:m="http://schemas.openxmlformats.org/officeDocument/2006/math">
                    <m:r>
                      <a:rPr lang="en-GB" sz="1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GB" sz="1900" i="1" dirty="0">
                        <a:latin typeface="Cambria Math" panose="02040503050406030204" pitchFamily="18" charset="0"/>
                      </a:rPr>
                      <m:t>min</m:t>
                    </m:r>
                    <m:r>
                      <a:rPr lang="en-GB" sz="1900" i="1" dirty="0">
                        <a:latin typeface="Cambria Math" panose="02040503050406030204" pitchFamily="18" charset="0"/>
                      </a:rPr>
                      <m:t>⁡(</m:t>
                    </m:r>
                    <m:r>
                      <a:rPr lang="en-GB" sz="1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sz="19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GB" sz="19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GB" sz="19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/>
              </a:p>
              <a:p>
                <a:pPr lvl="1"/>
                <a:r>
                  <a:rPr lang="en-US" sz="19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 OR B</a:t>
                </a:r>
                <a:r>
                  <a:rPr lang="en-US" sz="1900" dirty="0"/>
                  <a:t>:  use </a:t>
                </a:r>
                <a14:m>
                  <m:oMath xmlns:m="http://schemas.openxmlformats.org/officeDocument/2006/math">
                    <m:r>
                      <a:rPr lang="en-US" sz="1900" i="1" dirty="0">
                        <a:latin typeface="Cambria Math" panose="02040503050406030204" pitchFamily="18" charset="0"/>
                      </a:rPr>
                      <m:t>𝑠𝑢𝑚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US" sz="1900" i="1" dirty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1900" dirty="0">
                  <a:latin typeface="Cambria Math" panose="02040503050406030204" pitchFamily="18" charset="0"/>
                </a:endParaRPr>
              </a:p>
              <a:p>
                <a:r>
                  <a:rPr lang="en-US" sz="2000" dirty="0"/>
                  <a:t>Normalises gene expression to largest score = 1;</a:t>
                </a:r>
                <a14:m>
                  <m:oMath xmlns:m="http://schemas.openxmlformats.org/officeDocument/2006/math">
                    <m:r>
                      <a:rPr lang="en-GB" sz="2000" b="0" i="0" dirty="0" smtClean="0">
                        <a:latin typeface="Cambria Math" panose="02040503050406030204" pitchFamily="18" charset="0"/>
                      </a:rPr>
                      <m:t>    </m:t>
                    </m:r>
                    <m:sSub>
                      <m:sSub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ˆ"/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2000" i="1" dirty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000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sz="20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func>
                          <m:funcPr>
                            <m:ctrlPr>
                              <a:rPr lang="en-US" sz="2000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000" dirty="0">
                                <a:latin typeface="Cambria Math" panose="02040503050406030204" pitchFamily="18" charset="0"/>
                              </a:rPr>
                              <m:t>max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000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den>
                    </m:f>
                  </m:oMath>
                </a14:m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9EAB5D0-10E0-BD6E-8013-16A003ED89F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3564290"/>
                <a:ext cx="10515600" cy="3293710"/>
              </a:xfrm>
              <a:blipFill>
                <a:blip r:embed="rId3"/>
                <a:stretch>
                  <a:fillRect l="-603" t="-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9250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8811A-18B3-B847-40CE-8820C8A99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8007A71-6EBC-B18D-849B-113AAB546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E-FLUX (2009)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BF7B9BF-38A0-2EAE-DDA7-0942D908B1EF}"/>
              </a:ext>
            </a:extLst>
          </p:cNvPr>
          <p:cNvGrpSpPr/>
          <p:nvPr/>
        </p:nvGrpSpPr>
        <p:grpSpPr>
          <a:xfrm>
            <a:off x="0" y="2404220"/>
            <a:ext cx="1737941" cy="4217031"/>
            <a:chOff x="7204091" y="1941431"/>
            <a:chExt cx="1737941" cy="4217031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433FC4A-9451-DFAF-E572-20C303D83F43}"/>
                </a:ext>
              </a:extLst>
            </p:cNvPr>
            <p:cNvSpPr/>
            <p:nvPr/>
          </p:nvSpPr>
          <p:spPr>
            <a:xfrm>
              <a:off x="7850989" y="2820439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133A8A7-B039-BFD7-AC9B-0125BDCBCB31}"/>
                </a:ext>
              </a:extLst>
            </p:cNvPr>
            <p:cNvSpPr/>
            <p:nvPr/>
          </p:nvSpPr>
          <p:spPr>
            <a:xfrm>
              <a:off x="7851785" y="371329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0.55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2326A16-EBB1-5146-7E9B-76CB6FB6063C}"/>
                </a:ext>
              </a:extLst>
            </p:cNvPr>
            <p:cNvSpPr/>
            <p:nvPr/>
          </p:nvSpPr>
          <p:spPr>
            <a:xfrm>
              <a:off x="7846649" y="4603009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0.87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73251CF-70E6-2172-5E3D-5A5B319EAE34}"/>
                </a:ext>
              </a:extLst>
            </p:cNvPr>
            <p:cNvSpPr/>
            <p:nvPr/>
          </p:nvSpPr>
          <p:spPr>
            <a:xfrm>
              <a:off x="7846649" y="5431769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0.55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D13B938-507A-E17A-A4ED-8A7A4376E52A}"/>
                </a:ext>
              </a:extLst>
            </p:cNvPr>
            <p:cNvSpPr/>
            <p:nvPr/>
          </p:nvSpPr>
          <p:spPr>
            <a:xfrm>
              <a:off x="7846649" y="1941431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C850E79-AB49-3E50-7889-570A65D66BA8}"/>
                </a:ext>
              </a:extLst>
            </p:cNvPr>
            <p:cNvSpPr txBox="1"/>
            <p:nvPr/>
          </p:nvSpPr>
          <p:spPr>
            <a:xfrm>
              <a:off x="7204091" y="20282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82DEE0AC-2C0C-0EB7-6159-4844D48CA693}"/>
                </a:ext>
              </a:extLst>
            </p:cNvPr>
            <p:cNvSpPr txBox="1"/>
            <p:nvPr/>
          </p:nvSpPr>
          <p:spPr>
            <a:xfrm>
              <a:off x="7219344" y="286062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8BA5851-B152-21F8-3223-4E76B461F108}"/>
                </a:ext>
              </a:extLst>
            </p:cNvPr>
            <p:cNvSpPr txBox="1"/>
            <p:nvPr/>
          </p:nvSpPr>
          <p:spPr>
            <a:xfrm>
              <a:off x="7222078" y="3761662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7348495-013F-1978-1AD6-8F9109FC23DC}"/>
                </a:ext>
              </a:extLst>
            </p:cNvPr>
            <p:cNvSpPr txBox="1"/>
            <p:nvPr/>
          </p:nvSpPr>
          <p:spPr>
            <a:xfrm>
              <a:off x="7219344" y="468337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FE7B6C7-5019-588D-0A32-F42C1E6B0D36}"/>
                </a:ext>
              </a:extLst>
            </p:cNvPr>
            <p:cNvSpPr txBox="1"/>
            <p:nvPr/>
          </p:nvSpPr>
          <p:spPr>
            <a:xfrm>
              <a:off x="7237335" y="544692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C8D0446A-4149-6D65-05E6-08F402E33D41}"/>
              </a:ext>
            </a:extLst>
          </p:cNvPr>
          <p:cNvGrpSpPr/>
          <p:nvPr/>
        </p:nvGrpSpPr>
        <p:grpSpPr>
          <a:xfrm>
            <a:off x="2543376" y="2404220"/>
            <a:ext cx="1737941" cy="4217031"/>
            <a:chOff x="7204091" y="1941431"/>
            <a:chExt cx="1737941" cy="4217031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9C42CE80-5418-5581-7257-238D73B1CF9C}"/>
                </a:ext>
              </a:extLst>
            </p:cNvPr>
            <p:cNvSpPr/>
            <p:nvPr/>
          </p:nvSpPr>
          <p:spPr>
            <a:xfrm>
              <a:off x="7850989" y="2820439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2568DF3-A8B4-D3C2-A056-72B2BEDEDA7E}"/>
                </a:ext>
              </a:extLst>
            </p:cNvPr>
            <p:cNvSpPr/>
            <p:nvPr/>
          </p:nvSpPr>
          <p:spPr>
            <a:xfrm>
              <a:off x="7851785" y="3713297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0.632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7A353A93-4A01-CD30-89AA-75DD9D182ABB}"/>
                </a:ext>
              </a:extLst>
            </p:cNvPr>
            <p:cNvSpPr/>
            <p:nvPr/>
          </p:nvSpPr>
          <p:spPr>
            <a:xfrm>
              <a:off x="7846649" y="4603009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1.000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C194255-49D9-A52B-BC1D-2073750EA114}"/>
                </a:ext>
              </a:extLst>
            </p:cNvPr>
            <p:cNvSpPr/>
            <p:nvPr/>
          </p:nvSpPr>
          <p:spPr>
            <a:xfrm>
              <a:off x="7846649" y="5431769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0.632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F552D6A-7A5D-8FDF-2324-93A86370EA3D}"/>
                </a:ext>
              </a:extLst>
            </p:cNvPr>
            <p:cNvSpPr/>
            <p:nvPr/>
          </p:nvSpPr>
          <p:spPr>
            <a:xfrm>
              <a:off x="7846649" y="1941431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AF4248E2-F7EB-5126-A22B-68EB64343B77}"/>
                </a:ext>
              </a:extLst>
            </p:cNvPr>
            <p:cNvSpPr txBox="1"/>
            <p:nvPr/>
          </p:nvSpPr>
          <p:spPr>
            <a:xfrm>
              <a:off x="7204091" y="20282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3E9935E-6340-9D6F-EC7C-61F938E385CB}"/>
                </a:ext>
              </a:extLst>
            </p:cNvPr>
            <p:cNvSpPr txBox="1"/>
            <p:nvPr/>
          </p:nvSpPr>
          <p:spPr>
            <a:xfrm>
              <a:off x="7219344" y="286062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4B282EA-B6B2-D4FF-98D6-C28E7A391EF4}"/>
                </a:ext>
              </a:extLst>
            </p:cNvPr>
            <p:cNvSpPr txBox="1"/>
            <p:nvPr/>
          </p:nvSpPr>
          <p:spPr>
            <a:xfrm>
              <a:off x="7222078" y="3761662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57147A9B-0F7C-026E-2EF5-3397CF07A756}"/>
                </a:ext>
              </a:extLst>
            </p:cNvPr>
            <p:cNvSpPr txBox="1"/>
            <p:nvPr/>
          </p:nvSpPr>
          <p:spPr>
            <a:xfrm>
              <a:off x="7219344" y="468337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18FDE187-8652-17E2-BEF4-E35855E1E838}"/>
                </a:ext>
              </a:extLst>
            </p:cNvPr>
            <p:cNvSpPr txBox="1"/>
            <p:nvPr/>
          </p:nvSpPr>
          <p:spPr>
            <a:xfrm>
              <a:off x="7237335" y="5446921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R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172A190-A10D-D5E7-8BF8-18892599F1A2}"/>
              </a:ext>
            </a:extLst>
          </p:cNvPr>
          <p:cNvGrpSpPr/>
          <p:nvPr/>
        </p:nvGrpSpPr>
        <p:grpSpPr>
          <a:xfrm>
            <a:off x="4505743" y="1422164"/>
            <a:ext cx="6763391" cy="5199087"/>
            <a:chOff x="540330" y="1690688"/>
            <a:chExt cx="6763391" cy="519908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46E5768D-0D12-10C1-8802-75C5A9C8C9AF}"/>
                </a:ext>
              </a:extLst>
            </p:cNvPr>
            <p:cNvGrpSpPr/>
            <p:nvPr/>
          </p:nvGrpSpPr>
          <p:grpSpPr>
            <a:xfrm>
              <a:off x="540330" y="2484383"/>
              <a:ext cx="6525811" cy="4306024"/>
              <a:chOff x="1530220" y="1690688"/>
              <a:chExt cx="6525811" cy="4306024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8F34B144-1C70-4D94-B288-B0669E555035}"/>
                  </a:ext>
                </a:extLst>
              </p:cNvPr>
              <p:cNvSpPr/>
              <p:nvPr/>
            </p:nvSpPr>
            <p:spPr>
              <a:xfrm>
                <a:off x="1530220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0" name="Straight Arrow Connector 39">
                <a:extLst>
                  <a:ext uri="{FF2B5EF4-FFF2-40B4-BE49-F238E27FC236}">
                    <a16:creationId xmlns:a16="http://schemas.microsoft.com/office/drawing/2014/main" id="{57F6E8C8-53EC-4DC5-F623-804DF0C48753}"/>
                  </a:ext>
                </a:extLst>
              </p:cNvPr>
              <p:cNvCxnSpPr>
                <a:cxnSpLocks/>
                <a:stCxn id="39" idx="6"/>
              </p:cNvCxnSpPr>
              <p:nvPr/>
            </p:nvCxnSpPr>
            <p:spPr>
              <a:xfrm>
                <a:off x="2146041" y="2939143"/>
                <a:ext cx="933061" cy="0"/>
              </a:xfrm>
              <a:prstGeom prst="straightConnector1">
                <a:avLst/>
              </a:prstGeom>
              <a:ln w="0">
                <a:solidFill>
                  <a:schemeClr val="accent1"/>
                </a:solidFill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CA8F6806-C886-DD49-DBF6-2AC92C3D95E5}"/>
                  </a:ext>
                </a:extLst>
              </p:cNvPr>
              <p:cNvSpPr/>
              <p:nvPr/>
            </p:nvSpPr>
            <p:spPr>
              <a:xfrm>
                <a:off x="3079102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" name="Oval 41">
                <a:extLst>
                  <a:ext uri="{FF2B5EF4-FFF2-40B4-BE49-F238E27FC236}">
                    <a16:creationId xmlns:a16="http://schemas.microsoft.com/office/drawing/2014/main" id="{A5126848-4905-8BBC-1939-1121D41024F0}"/>
                  </a:ext>
                </a:extLst>
              </p:cNvPr>
              <p:cNvSpPr/>
              <p:nvPr/>
            </p:nvSpPr>
            <p:spPr>
              <a:xfrm>
                <a:off x="4627984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3" name="Oval 42">
                <a:extLst>
                  <a:ext uri="{FF2B5EF4-FFF2-40B4-BE49-F238E27FC236}">
                    <a16:creationId xmlns:a16="http://schemas.microsoft.com/office/drawing/2014/main" id="{75AF11A2-1E77-0B35-319F-3C7BB3232373}"/>
                  </a:ext>
                </a:extLst>
              </p:cNvPr>
              <p:cNvSpPr/>
              <p:nvPr/>
            </p:nvSpPr>
            <p:spPr>
              <a:xfrm>
                <a:off x="4627984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78ADB2C5-BEE5-FCBD-8B08-5DB7FADEECA8}"/>
                  </a:ext>
                </a:extLst>
              </p:cNvPr>
              <p:cNvSpPr/>
              <p:nvPr/>
            </p:nvSpPr>
            <p:spPr>
              <a:xfrm>
                <a:off x="1530220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52F3B150-1CD8-A549-3680-026977C7A3C4}"/>
                  </a:ext>
                </a:extLst>
              </p:cNvPr>
              <p:cNvSpPr/>
              <p:nvPr/>
            </p:nvSpPr>
            <p:spPr>
              <a:xfrm>
                <a:off x="3135086" y="4187598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43D1BBB9-ED3B-3139-12DB-7D1F008FCD39}"/>
                  </a:ext>
                </a:extLst>
              </p:cNvPr>
              <p:cNvCxnSpPr>
                <a:cxnSpLocks/>
                <a:stCxn id="41" idx="6"/>
                <a:endCxn id="42" idx="2"/>
              </p:cNvCxnSpPr>
              <p:nvPr/>
            </p:nvCxnSpPr>
            <p:spPr>
              <a:xfrm>
                <a:off x="3694923" y="2939143"/>
                <a:ext cx="933061" cy="0"/>
              </a:xfrm>
              <a:prstGeom prst="straightConnector1">
                <a:avLst/>
              </a:prstGeom>
              <a:ln w="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81A93844-54E6-6E8E-FC7E-D66E67900DE8}"/>
                  </a:ext>
                </a:extLst>
              </p:cNvPr>
              <p:cNvCxnSpPr>
                <a:cxnSpLocks/>
                <a:stCxn id="42" idx="4"/>
                <a:endCxn id="43" idx="0"/>
              </p:cNvCxnSpPr>
              <p:nvPr/>
            </p:nvCxnSpPr>
            <p:spPr>
              <a:xfrm>
                <a:off x="4935895" y="3247053"/>
                <a:ext cx="0" cy="940545"/>
              </a:xfrm>
              <a:prstGeom prst="straightConnector1">
                <a:avLst/>
              </a:prstGeom>
              <a:ln w="88900">
                <a:headEnd type="triangle"/>
                <a:tailEnd type="triangl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Arrow Connector 47">
                <a:extLst>
                  <a:ext uri="{FF2B5EF4-FFF2-40B4-BE49-F238E27FC236}">
                    <a16:creationId xmlns:a16="http://schemas.microsoft.com/office/drawing/2014/main" id="{F2297B7E-28D7-2811-96B7-063D5D6A33E4}"/>
                  </a:ext>
                </a:extLst>
              </p:cNvPr>
              <p:cNvCxnSpPr>
                <a:cxnSpLocks/>
                <a:stCxn id="44" idx="6"/>
                <a:endCxn id="45" idx="2"/>
              </p:cNvCxnSpPr>
              <p:nvPr/>
            </p:nvCxnSpPr>
            <p:spPr>
              <a:xfrm>
                <a:off x="2146041" y="4495508"/>
                <a:ext cx="989045" cy="0"/>
              </a:xfrm>
              <a:prstGeom prst="straightConnector1">
                <a:avLst/>
              </a:prstGeom>
              <a:ln w="1270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>
                <a:extLst>
                  <a:ext uri="{FF2B5EF4-FFF2-40B4-BE49-F238E27FC236}">
                    <a16:creationId xmlns:a16="http://schemas.microsoft.com/office/drawing/2014/main" id="{FF976518-154A-A667-2986-035EEFADDA31}"/>
                  </a:ext>
                </a:extLst>
              </p:cNvPr>
              <p:cNvCxnSpPr>
                <a:cxnSpLocks/>
                <a:stCxn id="45" idx="6"/>
                <a:endCxn id="43" idx="2"/>
              </p:cNvCxnSpPr>
              <p:nvPr/>
            </p:nvCxnSpPr>
            <p:spPr>
              <a:xfrm>
                <a:off x="3750907" y="4495508"/>
                <a:ext cx="877077" cy="0"/>
              </a:xfrm>
              <a:prstGeom prst="straightConnector1">
                <a:avLst/>
              </a:prstGeom>
              <a:ln w="1270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>
                <a:extLst>
                  <a:ext uri="{FF2B5EF4-FFF2-40B4-BE49-F238E27FC236}">
                    <a16:creationId xmlns:a16="http://schemas.microsoft.com/office/drawing/2014/main" id="{7CAB4AEC-D4C8-C58A-B4A4-0BE65D9EF321}"/>
                  </a:ext>
                </a:extLst>
              </p:cNvPr>
              <p:cNvCxnSpPr>
                <a:cxnSpLocks/>
                <a:stCxn id="42" idx="6"/>
                <a:endCxn id="51" idx="2"/>
              </p:cNvCxnSpPr>
              <p:nvPr/>
            </p:nvCxnSpPr>
            <p:spPr>
              <a:xfrm>
                <a:off x="5243805" y="2939143"/>
                <a:ext cx="933061" cy="0"/>
              </a:xfrm>
              <a:prstGeom prst="straightConnector1">
                <a:avLst/>
              </a:prstGeom>
              <a:ln w="889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1" name="Oval 50">
                <a:extLst>
                  <a:ext uri="{FF2B5EF4-FFF2-40B4-BE49-F238E27FC236}">
                    <a16:creationId xmlns:a16="http://schemas.microsoft.com/office/drawing/2014/main" id="{6E57AF3F-773A-A090-0A45-CE27FCD77809}"/>
                  </a:ext>
                </a:extLst>
              </p:cNvPr>
              <p:cNvSpPr/>
              <p:nvPr/>
            </p:nvSpPr>
            <p:spPr>
              <a:xfrm>
                <a:off x="6176866" y="2631233"/>
                <a:ext cx="615821" cy="615820"/>
              </a:xfrm>
              <a:prstGeom prst="ellipse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43CE4F63-B2B7-48F2-EBA1-0F278ABFA645}"/>
                  </a:ext>
                </a:extLst>
              </p:cNvPr>
              <p:cNvSpPr txBox="1"/>
              <p:nvPr/>
            </p:nvSpPr>
            <p:spPr>
              <a:xfrm>
                <a:off x="2010503" y="2257249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F74E9D8E-4B63-2B87-A39E-1BEB630F2710}"/>
                  </a:ext>
                </a:extLst>
              </p:cNvPr>
              <p:cNvSpPr txBox="1"/>
              <p:nvPr/>
            </p:nvSpPr>
            <p:spPr>
              <a:xfrm>
                <a:off x="3809233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E9344579-42FE-65CC-D290-BAACA0090828}"/>
                  </a:ext>
                </a:extLst>
              </p:cNvPr>
              <p:cNvSpPr txBox="1"/>
              <p:nvPr/>
            </p:nvSpPr>
            <p:spPr>
              <a:xfrm>
                <a:off x="5323614" y="2221904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9A7F696B-CB0B-BF0D-0E67-6C5FE5CEE0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92687" y="2938573"/>
                <a:ext cx="1263344" cy="570"/>
              </a:xfrm>
              <a:prstGeom prst="straightConnector1">
                <a:avLst/>
              </a:prstGeom>
              <a:ln w="889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E204D28-F99D-B45F-9CBA-4252090AF2AB}"/>
                  </a:ext>
                </a:extLst>
              </p:cNvPr>
              <p:cNvSpPr txBox="1"/>
              <p:nvPr/>
            </p:nvSpPr>
            <p:spPr>
              <a:xfrm>
                <a:off x="7085400" y="2257249"/>
                <a:ext cx="9706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4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BCC1A5D-AB64-3119-BAA5-A5B26DEAAFD1}"/>
                  </a:ext>
                </a:extLst>
              </p:cNvPr>
              <p:cNvSpPr txBox="1"/>
              <p:nvPr/>
            </p:nvSpPr>
            <p:spPr>
              <a:xfrm>
                <a:off x="2101731" y="3833906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58" name="Rounded Rectangle 57">
                <a:extLst>
                  <a:ext uri="{FF2B5EF4-FFF2-40B4-BE49-F238E27FC236}">
                    <a16:creationId xmlns:a16="http://schemas.microsoft.com/office/drawing/2014/main" id="{1F291340-E60E-E2FD-E29C-07C8918DE5B3}"/>
                  </a:ext>
                </a:extLst>
              </p:cNvPr>
              <p:cNvSpPr/>
              <p:nvPr/>
            </p:nvSpPr>
            <p:spPr>
              <a:xfrm>
                <a:off x="2714944" y="1690688"/>
                <a:ext cx="4389241" cy="3690204"/>
              </a:xfrm>
              <a:prstGeom prst="roundRect">
                <a:avLst/>
              </a:prstGeom>
              <a:noFill/>
              <a:ln w="60325"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1FF9EF8B-83FB-5547-88FA-322E6282D95F}"/>
                  </a:ext>
                </a:extLst>
              </p:cNvPr>
              <p:cNvSpPr txBox="1"/>
              <p:nvPr/>
            </p:nvSpPr>
            <p:spPr>
              <a:xfrm>
                <a:off x="3701524" y="3774467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1A0E9432-0296-9EE0-9295-6D310B7948CA}"/>
                  </a:ext>
                </a:extLst>
              </p:cNvPr>
              <p:cNvSpPr txBox="1"/>
              <p:nvPr/>
            </p:nvSpPr>
            <p:spPr>
              <a:xfrm>
                <a:off x="5005894" y="3429000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1" name="Straight Arrow Connector 60">
                <a:extLst>
                  <a:ext uri="{FF2B5EF4-FFF2-40B4-BE49-F238E27FC236}">
                    <a16:creationId xmlns:a16="http://schemas.microsoft.com/office/drawing/2014/main" id="{CEA8001A-0C00-95EC-95EC-7F8116C0FF5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935894" y="4803418"/>
                <a:ext cx="0" cy="1193294"/>
              </a:xfrm>
              <a:prstGeom prst="straightConnector1">
                <a:avLst/>
              </a:prstGeom>
              <a:ln w="63500">
                <a:tailEnd type="triangle" w="lg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829CDB50-F2C9-FAC4-629D-06B770FDA1F6}"/>
                  </a:ext>
                </a:extLst>
              </p:cNvPr>
              <p:cNvSpPr txBox="1"/>
              <p:nvPr/>
            </p:nvSpPr>
            <p:spPr>
              <a:xfrm>
                <a:off x="5108267" y="4770015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8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6077C09-754A-D6DE-60C4-4894C1D780A8}"/>
                </a:ext>
              </a:extLst>
            </p:cNvPr>
            <p:cNvSpPr txBox="1"/>
            <p:nvPr/>
          </p:nvSpPr>
          <p:spPr>
            <a:xfrm>
              <a:off x="1020613" y="1699195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FBC93AF-AD7B-6603-84A3-BFD9B64FD88C}"/>
                </a:ext>
              </a:extLst>
            </p:cNvPr>
            <p:cNvSpPr txBox="1"/>
            <p:nvPr/>
          </p:nvSpPr>
          <p:spPr>
            <a:xfrm>
              <a:off x="2819342" y="169068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B593ED1-D870-50EC-4FB0-B7D46685224A}"/>
                </a:ext>
              </a:extLst>
            </p:cNvPr>
            <p:cNvCxnSpPr>
              <a:cxnSpLocks/>
              <a:stCxn id="29" idx="2"/>
              <a:endCxn id="52" idx="0"/>
            </p:cNvCxnSpPr>
            <p:nvPr/>
          </p:nvCxnSpPr>
          <p:spPr>
            <a:xfrm>
              <a:off x="1372834" y="2345526"/>
              <a:ext cx="0" cy="70541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E368BA61-13FF-0267-27A8-0207CF1BF712}"/>
                </a:ext>
              </a:extLst>
            </p:cNvPr>
            <p:cNvCxnSpPr>
              <a:cxnSpLocks/>
              <a:stCxn id="30" idx="2"/>
              <a:endCxn id="53" idx="0"/>
            </p:cNvCxnSpPr>
            <p:nvPr/>
          </p:nvCxnSpPr>
          <p:spPr>
            <a:xfrm>
              <a:off x="3171563" y="2337019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21F8E26-AF8D-81A3-6B28-F13CDE3F5008}"/>
                </a:ext>
              </a:extLst>
            </p:cNvPr>
            <p:cNvSpPr txBox="1"/>
            <p:nvPr/>
          </p:nvSpPr>
          <p:spPr>
            <a:xfrm>
              <a:off x="4333724" y="169994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2D948E7F-1944-B085-E9D1-CD85617A81A9}"/>
                </a:ext>
              </a:extLst>
            </p:cNvPr>
            <p:cNvCxnSpPr>
              <a:cxnSpLocks/>
            </p:cNvCxnSpPr>
            <p:nvPr/>
          </p:nvCxnSpPr>
          <p:spPr>
            <a:xfrm>
              <a:off x="4618073" y="2351461"/>
              <a:ext cx="1" cy="67858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F99CC2A9-A117-85BC-4C30-79745013A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71562" y="5380883"/>
              <a:ext cx="0" cy="1011983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D5365B0-7CAB-0C77-E030-ABCA8D5F5841}"/>
                </a:ext>
              </a:extLst>
            </p:cNvPr>
            <p:cNvSpPr txBox="1"/>
            <p:nvPr/>
          </p:nvSpPr>
          <p:spPr>
            <a:xfrm>
              <a:off x="2795642" y="6243444"/>
              <a:ext cx="94673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C01FAC8-EA09-64B7-0EF0-1BA873CA3FE3}"/>
                </a:ext>
              </a:extLst>
            </p:cNvPr>
            <p:cNvSpPr txBox="1"/>
            <p:nvPr/>
          </p:nvSpPr>
          <p:spPr>
            <a:xfrm>
              <a:off x="6201489" y="4222694"/>
              <a:ext cx="110223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4DCE53EA-B820-1C89-5532-7361BC534298}"/>
                </a:ext>
              </a:extLst>
            </p:cNvPr>
            <p:cNvCxnSpPr>
              <a:cxnSpLocks/>
              <a:stCxn id="37" idx="1"/>
              <a:endCxn id="60" idx="3"/>
            </p:cNvCxnSpPr>
            <p:nvPr/>
          </p:nvCxnSpPr>
          <p:spPr>
            <a:xfrm flipH="1">
              <a:off x="4720445" y="4545860"/>
              <a:ext cx="1481044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EC16E9BA-FC9C-F079-6C3B-68C978B73C98}"/>
              </a:ext>
            </a:extLst>
          </p:cNvPr>
          <p:cNvSpPr/>
          <p:nvPr/>
        </p:nvSpPr>
        <p:spPr>
          <a:xfrm>
            <a:off x="9995976" y="2603216"/>
            <a:ext cx="1102232" cy="1362074"/>
          </a:xfrm>
          <a:prstGeom prst="roundRect">
            <a:avLst/>
          </a:prstGeom>
          <a:solidFill>
            <a:schemeClr val="accent1">
              <a:alpha val="7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FC8BC66-45CB-51CA-E0F4-60CE710316E6}"/>
              </a:ext>
            </a:extLst>
          </p:cNvPr>
          <p:cNvSpPr txBox="1"/>
          <p:nvPr/>
        </p:nvSpPr>
        <p:spPr>
          <a:xfrm>
            <a:off x="10043761" y="2593693"/>
            <a:ext cx="11538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cs typeface="Courier New" panose="02070309020205020404" pitchFamily="49" charset="0"/>
              </a:rPr>
              <a:t>objective</a:t>
            </a:r>
          </a:p>
        </p:txBody>
      </p:sp>
    </p:spTree>
    <p:extLst>
      <p:ext uri="{BB962C8B-B14F-4D97-AF65-F5344CB8AC3E}">
        <p14:creationId xmlns:p14="http://schemas.microsoft.com/office/powerpoint/2010/main" val="16663953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8FC051B-C385-F028-A0E4-EB95826A3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803" y="249412"/>
            <a:ext cx="7045377" cy="286555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E36AEE-7FA6-776D-B740-82A1550413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5377" y="147019"/>
            <a:ext cx="4846820" cy="671098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4311CED-0A6F-88B3-16EE-EF27C536264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015" b="5139"/>
          <a:stretch>
            <a:fillRect/>
          </a:stretch>
        </p:blipFill>
        <p:spPr>
          <a:xfrm>
            <a:off x="299803" y="2705238"/>
            <a:ext cx="6426200" cy="4089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7131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75E0-6C82-8D09-C86C-70CF8CCCE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44DB5-8FCE-4616-548D-5A0D97D54F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65125"/>
            <a:ext cx="117348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MADE: Metabolic Adjustment by Differential Expression (2011)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B248A-09E3-EEB4-15A5-B49C2330306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94873" y="1825625"/>
                <a:ext cx="11997128" cy="4351338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sz="2600" dirty="0"/>
                  <a:t>Integrate expression data measured across two or more conditions</a:t>
                </a:r>
              </a:p>
              <a:p>
                <a:r>
                  <a:rPr lang="en-US" sz="2600" dirty="0"/>
                  <a:t>Examines whether each gene expression significantly </a:t>
                </a:r>
                <a:r>
                  <a:rPr lang="en-US" sz="2600" b="1" dirty="0"/>
                  <a:t>increases</a:t>
                </a:r>
                <a:r>
                  <a:rPr lang="en-US" sz="2600" dirty="0"/>
                  <a:t>, </a:t>
                </a:r>
                <a:r>
                  <a:rPr lang="en-US" sz="2600" b="1" dirty="0"/>
                  <a:t>decreases</a:t>
                </a:r>
                <a:r>
                  <a:rPr lang="en-US" sz="2600" dirty="0"/>
                  <a:t> or </a:t>
                </a:r>
                <a:r>
                  <a:rPr lang="en-US" sz="2600" b="1" dirty="0"/>
                  <a:t>remains unchanged </a:t>
                </a:r>
                <a:r>
                  <a:rPr lang="en-US" sz="2600" dirty="0"/>
                  <a:t>– doesn’t rely on user defined thresholds</a:t>
                </a:r>
              </a:p>
              <a:p>
                <a:r>
                  <a:rPr lang="en-US" sz="2600" dirty="0"/>
                  <a:t>Avoids using arbitrary thresholds</a:t>
                </a:r>
              </a:p>
              <a:p>
                <a:pPr lvl="1"/>
                <a:r>
                  <a:rPr lang="en-GB" dirty="0"/>
                  <a:t>Original method performed a </a:t>
                </a:r>
                <a:r>
                  <a:rPr lang="en-GB" b="1" dirty="0"/>
                  <a:t>t-test on normalised microarray expression data</a:t>
                </a:r>
                <a:r>
                  <a:rPr lang="en-GB" dirty="0"/>
                  <a:t> to compare </a:t>
                </a:r>
                <a:r>
                  <a:rPr lang="en-GB" b="1" dirty="0"/>
                  <a:t>mean gene expression from each condition</a:t>
                </a:r>
                <a:endParaRPr lang="en-GB" dirty="0"/>
              </a:p>
              <a:p>
                <a:pPr lvl="1"/>
                <a:r>
                  <a:rPr lang="en-GB" dirty="0"/>
                  <a:t>Mean expression increases and 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 is significant → </a:t>
                </a:r>
                <a:r>
                  <a:rPr lang="en-GB" b="1" dirty="0"/>
                  <a:t>increased </a:t>
                </a:r>
                <a:r>
                  <a:rPr lang="en-GB" dirty="0"/>
                  <a:t>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:r>
                  <a:rPr lang="en-GB" dirty="0"/>
                  <a:t>Mean expression decreases and 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 is significant → </a:t>
                </a:r>
                <a:r>
                  <a:rPr lang="en-GB" b="1" dirty="0"/>
                  <a:t>decreased</a:t>
                </a:r>
                <a:r>
                  <a:rPr lang="en-GB" dirty="0"/>
                  <a:t> 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lang="en-GB" dirty="0"/>
                  <a:t>)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GB" dirty="0"/>
                  <a:t> is not significant → </a:t>
                </a:r>
                <a:r>
                  <a:rPr lang="en-GB" b="1" dirty="0"/>
                  <a:t>no significant change</a:t>
                </a:r>
                <a:r>
                  <a:rPr lang="en-GB" dirty="0"/>
                  <a:t> (</a:t>
                </a:r>
                <a14:m>
                  <m:oMath xmlns:m="http://schemas.openxmlformats.org/officeDocument/2006/math">
                    <m:r>
                      <a:rPr lang="en-GB" i="1" dirty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GB" dirty="0"/>
                  <a:t>)</a:t>
                </a:r>
              </a:p>
              <a:p>
                <a:r>
                  <a:rPr lang="en-GB" dirty="0"/>
                  <a:t>Predicts a binary </a:t>
                </a:r>
                <a:r>
                  <a:rPr lang="en-GB" b="1" dirty="0"/>
                  <a:t>ON/OFF state</a:t>
                </a:r>
                <a:r>
                  <a:rPr lang="en-GB" dirty="0"/>
                  <a:t> for each gene in every condition</a:t>
                </a:r>
              </a:p>
              <a:p>
                <a:r>
                  <a:rPr lang="en-GB" dirty="0"/>
                  <a:t>If a gene significantly increases from condition </a:t>
                </a:r>
                <a:r>
                  <a:rPr lang="en-GB" b="1" dirty="0"/>
                  <a:t>1 </a:t>
                </a:r>
                <a14:m>
                  <m:oMath xmlns:m="http://schemas.openxmlformats.org/officeDocument/2006/math">
                    <m:r>
                      <a:rPr lang="en-GB" b="1" i="1" dirty="0" smtClean="0">
                        <a:latin typeface="Cambria Math" panose="02040503050406030204" pitchFamily="18" charset="0"/>
                      </a:rPr>
                      <m:t>−&gt;</m:t>
                    </m:r>
                  </m:oMath>
                </a14:m>
                <a:r>
                  <a:rPr lang="en-GB" b="1" dirty="0"/>
                  <a:t> 2</a:t>
                </a:r>
              </a:p>
              <a:p>
                <a:pPr lvl="1"/>
                <a:r>
                  <a:rPr lang="en-GB" dirty="0"/>
                  <a:t>MADE sets associated gene </a:t>
                </a:r>
                <a:r>
                  <a:rPr lang="en-GB" b="1" dirty="0"/>
                  <a:t>OFF</a:t>
                </a:r>
                <a:r>
                  <a:rPr lang="en-GB" dirty="0"/>
                  <a:t> in condition 1, and </a:t>
                </a:r>
                <a:r>
                  <a:rPr lang="en-GB" b="1" dirty="0"/>
                  <a:t>ON</a:t>
                </a:r>
                <a:r>
                  <a:rPr lang="en-GB" dirty="0"/>
                  <a:t> in condition </a:t>
                </a:r>
                <a:r>
                  <a:rPr lang="en-GB" b="1" dirty="0"/>
                  <a:t>2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31B248A-09E3-EEB4-15A5-B49C233030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4873" y="1825625"/>
                <a:ext cx="11997128" cy="4351338"/>
              </a:xfrm>
              <a:blipFill>
                <a:blip r:embed="rId2"/>
                <a:stretch>
                  <a:fillRect l="-846" t="-2616" r="-529" b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ECE04FF-A8B0-1130-EAC8-D930881AA65F}"/>
              </a:ext>
            </a:extLst>
          </p:cNvPr>
          <p:cNvSpPr txBox="1"/>
          <p:nvPr/>
        </p:nvSpPr>
        <p:spPr>
          <a:xfrm>
            <a:off x="194872" y="6488668"/>
            <a:ext cx="56493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Jensen, &amp; Papin (2011). </a:t>
            </a:r>
            <a:r>
              <a:rPr lang="en-GB" i="1" dirty="0">
                <a:hlinkClick r:id="rId3"/>
              </a:rPr>
              <a:t>Bioinformatics</a:t>
            </a:r>
            <a:r>
              <a:rPr lang="en-GB" dirty="0">
                <a:hlinkClick r:id="rId3"/>
              </a:rPr>
              <a:t>, </a:t>
            </a:r>
            <a:r>
              <a:rPr lang="en-GB" i="1" dirty="0">
                <a:hlinkClick r:id="rId3"/>
              </a:rPr>
              <a:t>27</a:t>
            </a:r>
            <a:r>
              <a:rPr lang="en-GB" dirty="0">
                <a:hlinkClick r:id="rId3"/>
              </a:rPr>
              <a:t>(4), 541-547.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0901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E6CC2-A76E-1503-F18D-05C377A340C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20700" y="1825625"/>
                <a:ext cx="11531600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sz="2400" b="1" dirty="0"/>
                  <a:t>Step 1</a:t>
                </a:r>
                <a:r>
                  <a:rPr lang="en-US" sz="2400" dirty="0"/>
                  <a:t>: Run FBA; 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S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v</m:t>
                    </m:r>
                    <m:r>
                      <a:rPr lang="en-US" sz="240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/>
                  <a:t>		 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𝑙</m:t>
                    </m:r>
                    <m:r>
                      <a:rPr lang="en-GB" sz="2400" i="1" baseline="-25000" dirty="0" err="1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𝑣𝑖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≤</m:t>
                    </m:r>
                    <m:r>
                      <a:rPr lang="en-GB" sz="2400" i="1" dirty="0" err="1">
                        <a:latin typeface="Cambria Math" panose="02040503050406030204" pitchFamily="18" charset="0"/>
                      </a:rPr>
                      <m:t>𝑢𝑖</m:t>
                    </m:r>
                  </m:oMath>
                </a14:m>
                <a:r>
                  <a:rPr lang="en-GB" sz="2400" dirty="0"/>
                  <a:t>		</a:t>
                </a:r>
                <a14:m>
                  <m:oMath xmlns:m="http://schemas.openxmlformats.org/officeDocument/2006/math">
                    <m:r>
                      <a:rPr lang="en-GB" sz="2400" i="1" dirty="0">
                        <a:latin typeface="Cambria Math" panose="02040503050406030204" pitchFamily="18" charset="0"/>
                      </a:rPr>
                      <m:t>𝑚𝑎𝑥𝑖𝑚𝑖𝑠𝑒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GB" sz="2400" i="1" dirty="0"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endParaRPr lang="en-GB" sz="2400" dirty="0"/>
              </a:p>
              <a:p>
                <a:pPr lvl="1"/>
                <a:r>
                  <a:rPr lang="en-GB" sz="2000" dirty="0">
                    <a:cs typeface="Courier New" panose="02070309020205020404" pitchFamily="49" charset="0"/>
                  </a:rPr>
                  <a:t>Unconstrained model predictions inform on the </a:t>
                </a:r>
                <a:r>
                  <a:rPr lang="en-GB" sz="2000" b="1" dirty="0">
                    <a:cs typeface="Courier New" panose="02070309020205020404" pitchFamily="49" charset="0"/>
                  </a:rPr>
                  <a:t>full metabolic capacity of the system</a:t>
                </a:r>
              </a:p>
              <a:p>
                <a:r>
                  <a:rPr lang="en-GB" sz="2400" b="1" dirty="0">
                    <a:cs typeface="Courier New" panose="02070309020205020404" pitchFamily="49" charset="0"/>
                  </a:rPr>
                  <a:t>Step 2</a:t>
                </a:r>
                <a:r>
                  <a:rPr lang="en-GB" sz="2400" dirty="0">
                    <a:cs typeface="Courier New" panose="02070309020205020404" pitchFamily="49" charset="0"/>
                  </a:rPr>
                  <a:t>: Run MADE and set a reduced limit on </a:t>
                </a:r>
                <a:r>
                  <a:rPr lang="en-GB" sz="2400" b="1" dirty="0">
                    <a:cs typeface="Courier New" panose="02070309020205020404" pitchFamily="49" charset="0"/>
                  </a:rPr>
                  <a:t> </a:t>
                </a:r>
                <a:r>
                  <a:rPr lang="en-GB" sz="2400" b="1" i="1" dirty="0">
                    <a:cs typeface="Courier New" panose="02070309020205020404" pitchFamily="49" charset="0"/>
                  </a:rPr>
                  <a:t>Z</a:t>
                </a:r>
                <a:r>
                  <a:rPr lang="en-GB" sz="2400" dirty="0">
                    <a:cs typeface="Courier New" panose="02070309020205020404" pitchFamily="49" charset="0"/>
                  </a:rPr>
                  <a:t> e.g.,  </a:t>
                </a:r>
                <a:r>
                  <a:rPr lang="en-GB" sz="2400" b="1" dirty="0">
                    <a:cs typeface="Courier New" panose="02070309020205020404" pitchFamily="49" charset="0"/>
                  </a:rPr>
                  <a:t>optimise 90% of </a:t>
                </a:r>
                <a:r>
                  <a:rPr lang="en-GB" sz="2400" b="1" i="1" dirty="0">
                    <a:cs typeface="Courier New" panose="02070309020205020404" pitchFamily="49" charset="0"/>
                  </a:rPr>
                  <a:t>Z</a:t>
                </a:r>
              </a:p>
              <a:p>
                <a:r>
                  <a:rPr lang="en-GB" dirty="0"/>
                  <a:t>MADE then uses </a:t>
                </a:r>
                <a:r>
                  <a:rPr lang="en-GB" b="1" dirty="0"/>
                  <a:t>MILP</a:t>
                </a:r>
                <a:r>
                  <a:rPr lang="en-GB" dirty="0"/>
                  <a:t> to find the sequence of gene ON/OFF states that:</a:t>
                </a:r>
              </a:p>
              <a:p>
                <a:pPr lvl="1"/>
                <a:r>
                  <a:rPr lang="en-GB" dirty="0"/>
                  <a:t>best reproduces the observed expression changes</a:t>
                </a:r>
              </a:p>
              <a:p>
                <a:pPr lvl="1"/>
                <a:r>
                  <a:rPr lang="en-GB" dirty="0"/>
                  <a:t>satisfies the GPR rules</a:t>
                </a:r>
              </a:p>
              <a:p>
                <a:pPr lvl="1"/>
                <a:r>
                  <a:rPr lang="en-GB" dirty="0"/>
                  <a:t>produces feasible reaction fluxes</a:t>
                </a:r>
              </a:p>
              <a:p>
                <a:pPr lvl="1"/>
                <a:r>
                  <a:rPr lang="en-GB" dirty="0"/>
                  <a:t>retains at least the required metabolic function in every condition</a:t>
                </a:r>
              </a:p>
              <a:p>
                <a:pPr lvl="1"/>
                <a:r>
                  <a:rPr lang="en-GB" dirty="0"/>
                  <a:t>Requires each condition-specific model to retain a </a:t>
                </a:r>
                <a:r>
                  <a:rPr lang="en-GB" b="1" dirty="0"/>
                  <a:t>user-defined minimum level of a metabolic objective</a:t>
                </a:r>
              </a:p>
              <a:p>
                <a:pPr lvl="1"/>
                <a:r>
                  <a:rPr lang="en-GB" dirty="0"/>
                  <a:t>Avoids use of arbitrary thresholds relating to gene activation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51E6CC2-A76E-1503-F18D-05C377A340C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20700" y="1825625"/>
                <a:ext cx="11531600" cy="4351338"/>
              </a:xfrm>
              <a:blipFill>
                <a:blip r:embed="rId2"/>
                <a:stretch>
                  <a:fillRect l="-880" t="-2616" r="-5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itle 1">
            <a:extLst>
              <a:ext uri="{FF2B5EF4-FFF2-40B4-BE49-F238E27FC236}">
                <a16:creationId xmlns:a16="http://schemas.microsoft.com/office/drawing/2014/main" id="{4F8FAE35-3644-E9AC-3C4B-1AF8E21BF5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" y="365125"/>
            <a:ext cx="117348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MADE: Metabolic Adjustment by Differential Expression (2011)</a:t>
            </a:r>
          </a:p>
        </p:txBody>
      </p:sp>
    </p:spTree>
    <p:extLst>
      <p:ext uri="{BB962C8B-B14F-4D97-AF65-F5344CB8AC3E}">
        <p14:creationId xmlns:p14="http://schemas.microsoft.com/office/powerpoint/2010/main" val="12252924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07BF-84C2-9890-1110-8BA5078009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CEF0D-E503-E398-C52F-9225DDEC3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 (2011)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891A325-0526-2D88-4E2F-730B4050B701}"/>
              </a:ext>
            </a:extLst>
          </p:cNvPr>
          <p:cNvGrpSpPr/>
          <p:nvPr/>
        </p:nvGrpSpPr>
        <p:grpSpPr>
          <a:xfrm>
            <a:off x="983779" y="2786432"/>
            <a:ext cx="3502015" cy="734878"/>
            <a:chOff x="7983415" y="2765828"/>
            <a:chExt cx="3502015" cy="734878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7FFC160D-8772-5750-03A8-EC2B42A91BBD}"/>
                </a:ext>
              </a:extLst>
            </p:cNvPr>
            <p:cNvSpPr/>
            <p:nvPr/>
          </p:nvSpPr>
          <p:spPr>
            <a:xfrm>
              <a:off x="7983415" y="2765828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3425060C-78AE-6AF1-AF4D-5B0CE5DA1328}"/>
                </a:ext>
              </a:extLst>
            </p:cNvPr>
            <p:cNvSpPr/>
            <p:nvPr/>
          </p:nvSpPr>
          <p:spPr>
            <a:xfrm>
              <a:off x="9189299" y="2774013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2E49EEFC-15DE-60F6-4EEE-F0662C0F8F09}"/>
                </a:ext>
              </a:extLst>
            </p:cNvPr>
            <p:cNvSpPr/>
            <p:nvPr/>
          </p:nvSpPr>
          <p:spPr>
            <a:xfrm>
              <a:off x="10395183" y="2774013"/>
              <a:ext cx="1090247" cy="726693"/>
            </a:xfrm>
            <a:prstGeom prst="rect">
              <a:avLst/>
            </a:prstGeom>
            <a:solidFill>
              <a:srgbClr val="9DFD33"/>
            </a:solidFill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33D9C0F-5DBD-D32C-067B-109772FAC0A8}"/>
              </a:ext>
            </a:extLst>
          </p:cNvPr>
          <p:cNvGrpSpPr/>
          <p:nvPr/>
        </p:nvGrpSpPr>
        <p:grpSpPr>
          <a:xfrm>
            <a:off x="984575" y="3679290"/>
            <a:ext cx="3502015" cy="734878"/>
            <a:chOff x="7983415" y="2765828"/>
            <a:chExt cx="3502015" cy="734878"/>
          </a:xfrm>
        </p:grpSpPr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5A99286A-CFA8-03A9-406A-1C81589401FB}"/>
                </a:ext>
              </a:extLst>
            </p:cNvPr>
            <p:cNvSpPr/>
            <p:nvPr/>
          </p:nvSpPr>
          <p:spPr>
            <a:xfrm>
              <a:off x="7983415" y="2765828"/>
              <a:ext cx="1090247" cy="726693"/>
            </a:xfrm>
            <a:prstGeom prst="rect">
              <a:avLst/>
            </a:prstGeom>
            <a:solidFill>
              <a:srgbClr val="CD6600"/>
            </a:solidFill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0.55</a:t>
              </a:r>
            </a:p>
          </p:txBody>
        </p:sp>
        <p:sp>
          <p:nvSpPr>
            <p:cNvPr id="67" name="Rectangle 66">
              <a:extLst>
                <a:ext uri="{FF2B5EF4-FFF2-40B4-BE49-F238E27FC236}">
                  <a16:creationId xmlns:a16="http://schemas.microsoft.com/office/drawing/2014/main" id="{BD6E0B0E-FB35-CDEC-410C-3011C3E86DEE}"/>
                </a:ext>
              </a:extLst>
            </p:cNvPr>
            <p:cNvSpPr/>
            <p:nvPr/>
          </p:nvSpPr>
          <p:spPr>
            <a:xfrm>
              <a:off x="9189299" y="2774013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0.83</a:t>
              </a:r>
            </a:p>
          </p:txBody>
        </p:sp>
        <p:sp>
          <p:nvSpPr>
            <p:cNvPr id="68" name="Rectangle 67">
              <a:extLst>
                <a:ext uri="{FF2B5EF4-FFF2-40B4-BE49-F238E27FC236}">
                  <a16:creationId xmlns:a16="http://schemas.microsoft.com/office/drawing/2014/main" id="{17849529-45A8-8437-30CC-6378AF1C6261}"/>
                </a:ext>
              </a:extLst>
            </p:cNvPr>
            <p:cNvSpPr/>
            <p:nvPr/>
          </p:nvSpPr>
          <p:spPr>
            <a:xfrm>
              <a:off x="10395183" y="2774013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0.77</a:t>
              </a:r>
            </a:p>
          </p:txBody>
        </p:sp>
      </p:grpSp>
      <p:sp>
        <p:nvSpPr>
          <p:cNvPr id="32" name="Rectangle 31">
            <a:extLst>
              <a:ext uri="{FF2B5EF4-FFF2-40B4-BE49-F238E27FC236}">
                <a16:creationId xmlns:a16="http://schemas.microsoft.com/office/drawing/2014/main" id="{B7CEE831-70B5-66A0-A9F6-81BB40114FD2}"/>
              </a:ext>
            </a:extLst>
          </p:cNvPr>
          <p:cNvSpPr/>
          <p:nvPr/>
        </p:nvSpPr>
        <p:spPr>
          <a:xfrm>
            <a:off x="979439" y="4569002"/>
            <a:ext cx="1090247" cy="726693"/>
          </a:xfrm>
          <a:prstGeom prst="rect">
            <a:avLst/>
          </a:prstGeom>
          <a:solidFill>
            <a:srgbClr val="D03300"/>
          </a:solidFill>
          <a:ln>
            <a:solidFill>
              <a:srgbClr val="D033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0.87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FA7D72D-177E-669E-2B8A-D09E5BDBE374}"/>
              </a:ext>
            </a:extLst>
          </p:cNvPr>
          <p:cNvSpPr/>
          <p:nvPr/>
        </p:nvSpPr>
        <p:spPr>
          <a:xfrm>
            <a:off x="2185323" y="4577187"/>
            <a:ext cx="1090247" cy="726693"/>
          </a:xfrm>
          <a:prstGeom prst="rect">
            <a:avLst/>
          </a:prstGeom>
          <a:solidFill>
            <a:srgbClr val="CD6600"/>
          </a:solidFill>
          <a:ln>
            <a:solidFill>
              <a:srgbClr val="CD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0.65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CDB00D5-F934-B026-72EC-408EBE773319}"/>
              </a:ext>
            </a:extLst>
          </p:cNvPr>
          <p:cNvSpPr/>
          <p:nvPr/>
        </p:nvSpPr>
        <p:spPr>
          <a:xfrm>
            <a:off x="3391207" y="4577187"/>
            <a:ext cx="1090247" cy="726693"/>
          </a:xfrm>
          <a:prstGeom prst="rect">
            <a:avLst/>
          </a:prstGeom>
          <a:solidFill>
            <a:srgbClr val="9DFD33"/>
          </a:solidFill>
          <a:ln>
            <a:solidFill>
              <a:srgbClr val="9DFD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0.07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531C3BB4-3682-8E5F-7184-67B4FB76052E}"/>
              </a:ext>
            </a:extLst>
          </p:cNvPr>
          <p:cNvSpPr/>
          <p:nvPr/>
        </p:nvSpPr>
        <p:spPr>
          <a:xfrm>
            <a:off x="979439" y="5397762"/>
            <a:ext cx="1090247" cy="726693"/>
          </a:xfrm>
          <a:prstGeom prst="rect">
            <a:avLst/>
          </a:prstGeom>
          <a:solidFill>
            <a:srgbClr val="CD6600"/>
          </a:solidFill>
          <a:ln>
            <a:solidFill>
              <a:srgbClr val="CD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0.55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AA1B931-A9C3-A4C8-54C9-E205F6BA9C08}"/>
              </a:ext>
            </a:extLst>
          </p:cNvPr>
          <p:cNvSpPr/>
          <p:nvPr/>
        </p:nvSpPr>
        <p:spPr>
          <a:xfrm>
            <a:off x="2185323" y="5405947"/>
            <a:ext cx="1090247" cy="726693"/>
          </a:xfrm>
          <a:prstGeom prst="rect">
            <a:avLst/>
          </a:prstGeom>
          <a:solidFill>
            <a:srgbClr val="639A01"/>
          </a:solidFill>
          <a:ln>
            <a:solidFill>
              <a:srgbClr val="639A0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0.49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6552B02-693C-EBCC-C2B8-BD03E5A83787}"/>
              </a:ext>
            </a:extLst>
          </p:cNvPr>
          <p:cNvSpPr/>
          <p:nvPr/>
        </p:nvSpPr>
        <p:spPr>
          <a:xfrm>
            <a:off x="3391207" y="5405947"/>
            <a:ext cx="1090247" cy="726693"/>
          </a:xfrm>
          <a:prstGeom prst="rect">
            <a:avLst/>
          </a:prstGeom>
          <a:solidFill>
            <a:srgbClr val="CD6600"/>
          </a:solidFill>
          <a:ln>
            <a:solidFill>
              <a:srgbClr val="CD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0.52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A3A77778-7B38-4B80-CC9B-D8148E877EBC}"/>
              </a:ext>
            </a:extLst>
          </p:cNvPr>
          <p:cNvGrpSpPr/>
          <p:nvPr/>
        </p:nvGrpSpPr>
        <p:grpSpPr>
          <a:xfrm>
            <a:off x="979439" y="1907424"/>
            <a:ext cx="3502015" cy="734878"/>
            <a:chOff x="7983415" y="2765828"/>
            <a:chExt cx="3502015" cy="734878"/>
          </a:xfrm>
          <a:solidFill>
            <a:srgbClr val="9DFD33"/>
          </a:solidFill>
        </p:grpSpPr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ADA8AE24-74B2-6B0C-DD04-5DC7D93A3832}"/>
                </a:ext>
              </a:extLst>
            </p:cNvPr>
            <p:cNvSpPr/>
            <p:nvPr/>
          </p:nvSpPr>
          <p:spPr>
            <a:xfrm>
              <a:off x="7983415" y="2765828"/>
              <a:ext cx="1090247" cy="726693"/>
            </a:xfrm>
            <a:prstGeom prst="rect">
              <a:avLst/>
            </a:prstGeom>
            <a:grp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0.00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575C473D-B44B-7862-4AB6-218ECAE251F9}"/>
                </a:ext>
              </a:extLst>
            </p:cNvPr>
            <p:cNvSpPr/>
            <p:nvPr/>
          </p:nvSpPr>
          <p:spPr>
            <a:xfrm>
              <a:off x="9189299" y="2774013"/>
              <a:ext cx="1090247" cy="726693"/>
            </a:xfrm>
            <a:prstGeom prst="rect">
              <a:avLst/>
            </a:prstGeom>
            <a:grp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0.20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C1496700-B02D-499A-4CB9-C27839C37F6B}"/>
                </a:ext>
              </a:extLst>
            </p:cNvPr>
            <p:cNvSpPr/>
            <p:nvPr/>
          </p:nvSpPr>
          <p:spPr>
            <a:xfrm>
              <a:off x="10395183" y="2774013"/>
              <a:ext cx="1090247" cy="726693"/>
            </a:xfrm>
            <a:prstGeom prst="rect">
              <a:avLst/>
            </a:prstGeom>
            <a:solidFill>
              <a:srgbClr val="D033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0.93</a:t>
              </a:r>
            </a:p>
          </p:txBody>
        </p:sp>
      </p:grpSp>
      <p:sp>
        <p:nvSpPr>
          <p:cNvPr id="51" name="TextBox 50">
            <a:extLst>
              <a:ext uri="{FF2B5EF4-FFF2-40B4-BE49-F238E27FC236}">
                <a16:creationId xmlns:a16="http://schemas.microsoft.com/office/drawing/2014/main" id="{5987DE00-604A-EA11-3345-4ACEF7AF28EB}"/>
              </a:ext>
            </a:extLst>
          </p:cNvPr>
          <p:cNvSpPr txBox="1"/>
          <p:nvPr/>
        </p:nvSpPr>
        <p:spPr>
          <a:xfrm>
            <a:off x="336881" y="1994288"/>
            <a:ext cx="7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3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endParaRPr lang="en-US" sz="28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BD35665-5FC0-2375-7E32-F3223715F13B}"/>
              </a:ext>
            </a:extLst>
          </p:cNvPr>
          <p:cNvSpPr txBox="1"/>
          <p:nvPr/>
        </p:nvSpPr>
        <p:spPr>
          <a:xfrm>
            <a:off x="352134" y="2826613"/>
            <a:ext cx="7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3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endParaRPr lang="en-US" sz="28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C32E084-554C-3278-EDFE-1A141CCB9F88}"/>
              </a:ext>
            </a:extLst>
          </p:cNvPr>
          <p:cNvSpPr txBox="1"/>
          <p:nvPr/>
        </p:nvSpPr>
        <p:spPr>
          <a:xfrm>
            <a:off x="354868" y="3727655"/>
            <a:ext cx="7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3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endParaRPr lang="en-US" sz="28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B35E1993-AF49-D462-DFA7-A796DAAA09DE}"/>
              </a:ext>
            </a:extLst>
          </p:cNvPr>
          <p:cNvSpPr txBox="1"/>
          <p:nvPr/>
        </p:nvSpPr>
        <p:spPr>
          <a:xfrm>
            <a:off x="352134" y="4649364"/>
            <a:ext cx="7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3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endParaRPr lang="en-US" sz="28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64593BD1-BD2D-F452-AD38-0E91216BFE04}"/>
              </a:ext>
            </a:extLst>
          </p:cNvPr>
          <p:cNvSpPr txBox="1"/>
          <p:nvPr/>
        </p:nvSpPr>
        <p:spPr>
          <a:xfrm>
            <a:off x="370125" y="5412914"/>
            <a:ext cx="7044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G</a:t>
            </a:r>
            <a:r>
              <a:rPr lang="en-US" sz="3600" b="1" baseline="-25000" dirty="0"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endParaRPr lang="en-US" sz="2800" b="1" baseline="-25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8" name="Right Arrow 147">
            <a:extLst>
              <a:ext uri="{FF2B5EF4-FFF2-40B4-BE49-F238E27FC236}">
                <a16:creationId xmlns:a16="http://schemas.microsoft.com/office/drawing/2014/main" id="{D1642A2B-BD52-5779-8745-990C90CF519F}"/>
              </a:ext>
            </a:extLst>
          </p:cNvPr>
          <p:cNvSpPr/>
          <p:nvPr/>
        </p:nvSpPr>
        <p:spPr>
          <a:xfrm>
            <a:off x="4676349" y="3671105"/>
            <a:ext cx="1752600" cy="694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851658B7-7DFE-49A1-DB5A-17B199CB62EE}"/>
              </a:ext>
            </a:extLst>
          </p:cNvPr>
          <p:cNvSpPr txBox="1"/>
          <p:nvPr/>
        </p:nvSpPr>
        <p:spPr>
          <a:xfrm>
            <a:off x="1418333" y="1380112"/>
            <a:ext cx="25179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gene expression matrix</a:t>
            </a:r>
          </a:p>
        </p:txBody>
      </p: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3603541D-E014-7990-151A-01901609A124}"/>
              </a:ext>
            </a:extLst>
          </p:cNvPr>
          <p:cNvGrpSpPr/>
          <p:nvPr/>
        </p:nvGrpSpPr>
        <p:grpSpPr>
          <a:xfrm>
            <a:off x="6517730" y="1329656"/>
            <a:ext cx="4149709" cy="4794799"/>
            <a:chOff x="6517730" y="1329656"/>
            <a:chExt cx="4149709" cy="4794799"/>
          </a:xfrm>
        </p:grpSpPr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FF6F8478-92C5-1A4D-410A-237A49930E9F}"/>
                </a:ext>
              </a:extLst>
            </p:cNvPr>
            <p:cNvSpPr/>
            <p:nvPr/>
          </p:nvSpPr>
          <p:spPr>
            <a:xfrm>
              <a:off x="7164628" y="2778247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BB30613F-78B5-040E-7DE1-E366539C73B9}"/>
                </a:ext>
              </a:extLst>
            </p:cNvPr>
            <p:cNvSpPr/>
            <p:nvPr/>
          </p:nvSpPr>
          <p:spPr>
            <a:xfrm>
              <a:off x="8370512" y="278643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302D2D5E-6A76-959F-E62F-6E9BC01BF115}"/>
                </a:ext>
              </a:extLst>
            </p:cNvPr>
            <p:cNvSpPr/>
            <p:nvPr/>
          </p:nvSpPr>
          <p:spPr>
            <a:xfrm>
              <a:off x="9576396" y="278643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06EE0E7D-7043-4B7F-038B-22E5056FE872}"/>
                </a:ext>
              </a:extLst>
            </p:cNvPr>
            <p:cNvSpPr/>
            <p:nvPr/>
          </p:nvSpPr>
          <p:spPr>
            <a:xfrm>
              <a:off x="7165424" y="3671105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3A99D788-1CD4-166B-E838-6BFE4B8E36A7}"/>
                </a:ext>
              </a:extLst>
            </p:cNvPr>
            <p:cNvSpPr/>
            <p:nvPr/>
          </p:nvSpPr>
          <p:spPr>
            <a:xfrm>
              <a:off x="8371308" y="3679290"/>
              <a:ext cx="1090247" cy="726693"/>
            </a:xfrm>
            <a:prstGeom prst="rect">
              <a:avLst/>
            </a:prstGeom>
            <a:noFill/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97B1CB7D-386E-F707-E3F8-E7A87AEA89C2}"/>
                </a:ext>
              </a:extLst>
            </p:cNvPr>
            <p:cNvSpPr/>
            <p:nvPr/>
          </p:nvSpPr>
          <p:spPr>
            <a:xfrm>
              <a:off x="9577192" y="3679290"/>
              <a:ext cx="1090247" cy="72669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3" name="Rectangle 132">
              <a:extLst>
                <a:ext uri="{FF2B5EF4-FFF2-40B4-BE49-F238E27FC236}">
                  <a16:creationId xmlns:a16="http://schemas.microsoft.com/office/drawing/2014/main" id="{6CB6183C-C3D4-5EDC-B766-E2C9723A3BB2}"/>
                </a:ext>
              </a:extLst>
            </p:cNvPr>
            <p:cNvSpPr/>
            <p:nvPr/>
          </p:nvSpPr>
          <p:spPr>
            <a:xfrm>
              <a:off x="7160288" y="4560817"/>
              <a:ext cx="1090247" cy="726693"/>
            </a:xfrm>
            <a:prstGeom prst="rect">
              <a:avLst/>
            </a:prstGeom>
            <a:noFill/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4" name="Rectangle 133">
              <a:extLst>
                <a:ext uri="{FF2B5EF4-FFF2-40B4-BE49-F238E27FC236}">
                  <a16:creationId xmlns:a16="http://schemas.microsoft.com/office/drawing/2014/main" id="{8833CDDC-2F13-8A30-6FAF-20414C08556E}"/>
                </a:ext>
              </a:extLst>
            </p:cNvPr>
            <p:cNvSpPr/>
            <p:nvPr/>
          </p:nvSpPr>
          <p:spPr>
            <a:xfrm>
              <a:off x="8366172" y="4569002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5" name="Rectangle 134">
              <a:extLst>
                <a:ext uri="{FF2B5EF4-FFF2-40B4-BE49-F238E27FC236}">
                  <a16:creationId xmlns:a16="http://schemas.microsoft.com/office/drawing/2014/main" id="{E6215FBF-2FD9-AAFB-20D2-4468D18AFA50}"/>
                </a:ext>
              </a:extLst>
            </p:cNvPr>
            <p:cNvSpPr/>
            <p:nvPr/>
          </p:nvSpPr>
          <p:spPr>
            <a:xfrm>
              <a:off x="9572056" y="456900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6" name="Rectangle 135">
              <a:extLst>
                <a:ext uri="{FF2B5EF4-FFF2-40B4-BE49-F238E27FC236}">
                  <a16:creationId xmlns:a16="http://schemas.microsoft.com/office/drawing/2014/main" id="{4A66BC5D-F8D6-6285-BB35-74C09F4B09A2}"/>
                </a:ext>
              </a:extLst>
            </p:cNvPr>
            <p:cNvSpPr/>
            <p:nvPr/>
          </p:nvSpPr>
          <p:spPr>
            <a:xfrm>
              <a:off x="7160288" y="5389577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7" name="Rectangle 136">
              <a:extLst>
                <a:ext uri="{FF2B5EF4-FFF2-40B4-BE49-F238E27FC236}">
                  <a16:creationId xmlns:a16="http://schemas.microsoft.com/office/drawing/2014/main" id="{F576529F-AF8A-5100-A4D2-CD9F3A01CC12}"/>
                </a:ext>
              </a:extLst>
            </p:cNvPr>
            <p:cNvSpPr/>
            <p:nvPr/>
          </p:nvSpPr>
          <p:spPr>
            <a:xfrm>
              <a:off x="8366172" y="5397762"/>
              <a:ext cx="1090247" cy="726693"/>
            </a:xfrm>
            <a:prstGeom prst="rect">
              <a:avLst/>
            </a:prstGeom>
            <a:noFill/>
            <a:ln>
              <a:solidFill>
                <a:srgbClr val="639A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8" name="Rectangle 137">
              <a:extLst>
                <a:ext uri="{FF2B5EF4-FFF2-40B4-BE49-F238E27FC236}">
                  <a16:creationId xmlns:a16="http://schemas.microsoft.com/office/drawing/2014/main" id="{9EF052B0-6CBA-3610-B368-887CBE006794}"/>
                </a:ext>
              </a:extLst>
            </p:cNvPr>
            <p:cNvSpPr/>
            <p:nvPr/>
          </p:nvSpPr>
          <p:spPr>
            <a:xfrm>
              <a:off x="9572056" y="5397762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0" name="Rectangle 139">
              <a:extLst>
                <a:ext uri="{FF2B5EF4-FFF2-40B4-BE49-F238E27FC236}">
                  <a16:creationId xmlns:a16="http://schemas.microsoft.com/office/drawing/2014/main" id="{715BA582-FB40-6ED3-C8EA-0A43CA46417E}"/>
                </a:ext>
              </a:extLst>
            </p:cNvPr>
            <p:cNvSpPr/>
            <p:nvPr/>
          </p:nvSpPr>
          <p:spPr>
            <a:xfrm>
              <a:off x="7160288" y="1899239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241369AD-FFB4-A4BD-BEC3-6A36869AC2CE}"/>
                </a:ext>
              </a:extLst>
            </p:cNvPr>
            <p:cNvSpPr/>
            <p:nvPr/>
          </p:nvSpPr>
          <p:spPr>
            <a:xfrm>
              <a:off x="8366172" y="1907424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2" name="Rectangle 141">
              <a:extLst>
                <a:ext uri="{FF2B5EF4-FFF2-40B4-BE49-F238E27FC236}">
                  <a16:creationId xmlns:a16="http://schemas.microsoft.com/office/drawing/2014/main" id="{A96D2070-F143-C7AC-5859-9043A37C4BC8}"/>
                </a:ext>
              </a:extLst>
            </p:cNvPr>
            <p:cNvSpPr/>
            <p:nvPr/>
          </p:nvSpPr>
          <p:spPr>
            <a:xfrm>
              <a:off x="9572056" y="1907424"/>
              <a:ext cx="1090247" cy="7266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A82E5133-DC06-316F-7068-C9CC15D90708}"/>
                </a:ext>
              </a:extLst>
            </p:cNvPr>
            <p:cNvSpPr txBox="1"/>
            <p:nvPr/>
          </p:nvSpPr>
          <p:spPr>
            <a:xfrm>
              <a:off x="6517730" y="198610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AAF63E27-9C08-3F3A-5CF0-6F0690DDF7FB}"/>
                </a:ext>
              </a:extLst>
            </p:cNvPr>
            <p:cNvSpPr txBox="1"/>
            <p:nvPr/>
          </p:nvSpPr>
          <p:spPr>
            <a:xfrm>
              <a:off x="6532983" y="281842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5" name="TextBox 144">
              <a:extLst>
                <a:ext uri="{FF2B5EF4-FFF2-40B4-BE49-F238E27FC236}">
                  <a16:creationId xmlns:a16="http://schemas.microsoft.com/office/drawing/2014/main" id="{2C17C872-109C-4334-2B65-670A4DBEF85D}"/>
                </a:ext>
              </a:extLst>
            </p:cNvPr>
            <p:cNvSpPr txBox="1"/>
            <p:nvPr/>
          </p:nvSpPr>
          <p:spPr>
            <a:xfrm>
              <a:off x="6535717" y="371947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6" name="TextBox 145">
              <a:extLst>
                <a:ext uri="{FF2B5EF4-FFF2-40B4-BE49-F238E27FC236}">
                  <a16:creationId xmlns:a16="http://schemas.microsoft.com/office/drawing/2014/main" id="{CAA0685B-7CF2-23A9-CCDF-12D6A12AE256}"/>
                </a:ext>
              </a:extLst>
            </p:cNvPr>
            <p:cNvSpPr txBox="1"/>
            <p:nvPr/>
          </p:nvSpPr>
          <p:spPr>
            <a:xfrm>
              <a:off x="6532983" y="4641179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47" name="TextBox 146">
              <a:extLst>
                <a:ext uri="{FF2B5EF4-FFF2-40B4-BE49-F238E27FC236}">
                  <a16:creationId xmlns:a16="http://schemas.microsoft.com/office/drawing/2014/main" id="{B41AA74B-E2C9-AE6D-4372-F4B0804EF188}"/>
                </a:ext>
              </a:extLst>
            </p:cNvPr>
            <p:cNvSpPr txBox="1"/>
            <p:nvPr/>
          </p:nvSpPr>
          <p:spPr>
            <a:xfrm>
              <a:off x="6550974" y="5404729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F734A928-638E-830E-1E9A-6C21871A5E43}"/>
                </a:ext>
              </a:extLst>
            </p:cNvPr>
            <p:cNvSpPr txBox="1"/>
            <p:nvPr/>
          </p:nvSpPr>
          <p:spPr>
            <a:xfrm>
              <a:off x="7311850" y="1329656"/>
              <a:ext cx="3198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 expression state matrix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115471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758E5-4FC0-8141-1B2F-E945FBC0E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6B77A2-C7FB-3B95-CEA4-7AEE97754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 (2011)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6A4F6EE1-4245-A9A3-1736-A5D988F5214A}"/>
              </a:ext>
            </a:extLst>
          </p:cNvPr>
          <p:cNvGrpSpPr/>
          <p:nvPr/>
        </p:nvGrpSpPr>
        <p:grpSpPr>
          <a:xfrm>
            <a:off x="5211988" y="1173538"/>
            <a:ext cx="6763391" cy="5199087"/>
            <a:chOff x="4748310" y="1212572"/>
            <a:chExt cx="6763391" cy="5199087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428242D-AA7B-5CBE-DA69-0CA58D2C2861}"/>
                </a:ext>
              </a:extLst>
            </p:cNvPr>
            <p:cNvGrpSpPr/>
            <p:nvPr/>
          </p:nvGrpSpPr>
          <p:grpSpPr>
            <a:xfrm>
              <a:off x="4748310" y="1212572"/>
              <a:ext cx="6763391" cy="5199087"/>
              <a:chOff x="251720" y="1758281"/>
              <a:chExt cx="6763391" cy="5199087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BFB2812-0425-EE11-276E-369BCCFD9490}"/>
                  </a:ext>
                </a:extLst>
              </p:cNvPr>
              <p:cNvGrpSpPr/>
              <p:nvPr/>
            </p:nvGrpSpPr>
            <p:grpSpPr>
              <a:xfrm>
                <a:off x="251720" y="2551976"/>
                <a:ext cx="6525811" cy="4306024"/>
                <a:chOff x="1530220" y="1690688"/>
                <a:chExt cx="6525811" cy="4306024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8E992030-75D2-8592-D990-A280D2CC291F}"/>
                    </a:ext>
                  </a:extLst>
                </p:cNvPr>
                <p:cNvSpPr/>
                <p:nvPr/>
              </p:nvSpPr>
              <p:spPr>
                <a:xfrm>
                  <a:off x="1530220" y="2631233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168AEBCD-B526-B1C6-9344-0C391182E061}"/>
                    </a:ext>
                  </a:extLst>
                </p:cNvPr>
                <p:cNvCxnSpPr>
                  <a:cxnSpLocks/>
                  <a:stCxn id="4" idx="6"/>
                </p:cNvCxnSpPr>
                <p:nvPr/>
              </p:nvCxnSpPr>
              <p:spPr>
                <a:xfrm>
                  <a:off x="2146041" y="2939143"/>
                  <a:ext cx="933061" cy="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964AAE3D-2911-7139-8628-F6876EF7B9FB}"/>
                    </a:ext>
                  </a:extLst>
                </p:cNvPr>
                <p:cNvSpPr/>
                <p:nvPr/>
              </p:nvSpPr>
              <p:spPr>
                <a:xfrm>
                  <a:off x="3079102" y="2631233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60EF2ED8-60D6-761E-B36E-F9FCF8BB9880}"/>
                    </a:ext>
                  </a:extLst>
                </p:cNvPr>
                <p:cNvSpPr/>
                <p:nvPr/>
              </p:nvSpPr>
              <p:spPr>
                <a:xfrm>
                  <a:off x="4627984" y="2631233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DE5D36BC-CE46-E378-7E3E-22A9501BCD1B}"/>
                    </a:ext>
                  </a:extLst>
                </p:cNvPr>
                <p:cNvSpPr/>
                <p:nvPr/>
              </p:nvSpPr>
              <p:spPr>
                <a:xfrm>
                  <a:off x="4627984" y="4187598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010DC1FD-591B-51E2-3C8C-D7549A4792E7}"/>
                    </a:ext>
                  </a:extLst>
                </p:cNvPr>
                <p:cNvSpPr/>
                <p:nvPr/>
              </p:nvSpPr>
              <p:spPr>
                <a:xfrm>
                  <a:off x="1530220" y="4187598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3A78088B-505E-B56F-B4C1-E657B9079A21}"/>
                    </a:ext>
                  </a:extLst>
                </p:cNvPr>
                <p:cNvSpPr/>
                <p:nvPr/>
              </p:nvSpPr>
              <p:spPr>
                <a:xfrm>
                  <a:off x="3135086" y="4187598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2" name="Straight Arrow Connector 21">
                  <a:extLst>
                    <a:ext uri="{FF2B5EF4-FFF2-40B4-BE49-F238E27FC236}">
                      <a16:creationId xmlns:a16="http://schemas.microsoft.com/office/drawing/2014/main" id="{480447DA-0959-DDE5-6A9C-220E916DCB68}"/>
                    </a:ext>
                  </a:extLst>
                </p:cNvPr>
                <p:cNvCxnSpPr>
                  <a:cxnSpLocks/>
                  <a:stCxn id="8" idx="6"/>
                  <a:endCxn id="11" idx="2"/>
                </p:cNvCxnSpPr>
                <p:nvPr/>
              </p:nvCxnSpPr>
              <p:spPr>
                <a:xfrm>
                  <a:off x="3694923" y="2939143"/>
                  <a:ext cx="933061" cy="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Arrow Connector 24">
                  <a:extLst>
                    <a:ext uri="{FF2B5EF4-FFF2-40B4-BE49-F238E27FC236}">
                      <a16:creationId xmlns:a16="http://schemas.microsoft.com/office/drawing/2014/main" id="{2AE29DE7-EFFA-C300-324A-BBCD855ABFAA}"/>
                    </a:ext>
                  </a:extLst>
                </p:cNvPr>
                <p:cNvCxnSpPr>
                  <a:cxnSpLocks/>
                  <a:stCxn id="11" idx="4"/>
                  <a:endCxn id="15" idx="0"/>
                </p:cNvCxnSpPr>
                <p:nvPr/>
              </p:nvCxnSpPr>
              <p:spPr>
                <a:xfrm>
                  <a:off x="4935895" y="3247053"/>
                  <a:ext cx="0" cy="940545"/>
                </a:xfrm>
                <a:prstGeom prst="straightConnector1">
                  <a:avLst/>
                </a:prstGeom>
                <a:ln w="63500">
                  <a:headEnd type="triangle"/>
                  <a:tailEnd type="triangle" w="med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Arrow Connector 27">
                  <a:extLst>
                    <a:ext uri="{FF2B5EF4-FFF2-40B4-BE49-F238E27FC236}">
                      <a16:creationId xmlns:a16="http://schemas.microsoft.com/office/drawing/2014/main" id="{A4DE6E2A-1234-8F7E-9E77-A23790B16FBC}"/>
                    </a:ext>
                  </a:extLst>
                </p:cNvPr>
                <p:cNvCxnSpPr>
                  <a:cxnSpLocks/>
                  <a:stCxn id="17" idx="6"/>
                  <a:endCxn id="18" idx="2"/>
                </p:cNvCxnSpPr>
                <p:nvPr/>
              </p:nvCxnSpPr>
              <p:spPr>
                <a:xfrm>
                  <a:off x="2146041" y="4495508"/>
                  <a:ext cx="989045" cy="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Straight Arrow Connector 30">
                  <a:extLst>
                    <a:ext uri="{FF2B5EF4-FFF2-40B4-BE49-F238E27FC236}">
                      <a16:creationId xmlns:a16="http://schemas.microsoft.com/office/drawing/2014/main" id="{F9780106-6143-7500-45D8-A1AB8AF7D290}"/>
                    </a:ext>
                  </a:extLst>
                </p:cNvPr>
                <p:cNvCxnSpPr>
                  <a:cxnSpLocks/>
                  <a:stCxn id="18" idx="6"/>
                  <a:endCxn id="15" idx="2"/>
                </p:cNvCxnSpPr>
                <p:nvPr/>
              </p:nvCxnSpPr>
              <p:spPr>
                <a:xfrm>
                  <a:off x="3750907" y="4495508"/>
                  <a:ext cx="877077" cy="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Arrow Connector 33">
                  <a:extLst>
                    <a:ext uri="{FF2B5EF4-FFF2-40B4-BE49-F238E27FC236}">
                      <a16:creationId xmlns:a16="http://schemas.microsoft.com/office/drawing/2014/main" id="{8696A1E0-853A-6769-6FC4-25F616E19750}"/>
                    </a:ext>
                  </a:extLst>
                </p:cNvPr>
                <p:cNvCxnSpPr>
                  <a:cxnSpLocks/>
                  <a:stCxn id="11" idx="6"/>
                  <a:endCxn id="36" idx="2"/>
                </p:cNvCxnSpPr>
                <p:nvPr/>
              </p:nvCxnSpPr>
              <p:spPr>
                <a:xfrm>
                  <a:off x="5243805" y="2939143"/>
                  <a:ext cx="933061" cy="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6" name="Oval 35">
                  <a:extLst>
                    <a:ext uri="{FF2B5EF4-FFF2-40B4-BE49-F238E27FC236}">
                      <a16:creationId xmlns:a16="http://schemas.microsoft.com/office/drawing/2014/main" id="{A4C0ED30-6C86-CE01-5BAC-A8ED8126B061}"/>
                    </a:ext>
                  </a:extLst>
                </p:cNvPr>
                <p:cNvSpPr/>
                <p:nvPr/>
              </p:nvSpPr>
              <p:spPr>
                <a:xfrm>
                  <a:off x="6176866" y="2631233"/>
                  <a:ext cx="615821" cy="615820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B68CD949-D6BE-CA05-EDA0-8BCA23303D84}"/>
                    </a:ext>
                  </a:extLst>
                </p:cNvPr>
                <p:cNvSpPr txBox="1"/>
                <p:nvPr/>
              </p:nvSpPr>
              <p:spPr>
                <a:xfrm>
                  <a:off x="2010503" y="2257249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1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B376F1F5-2EAF-C896-D185-C1036321632C}"/>
                    </a:ext>
                  </a:extLst>
                </p:cNvPr>
                <p:cNvSpPr txBox="1"/>
                <p:nvPr/>
              </p:nvSpPr>
              <p:spPr>
                <a:xfrm>
                  <a:off x="3809233" y="2221904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2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2" name="TextBox 41">
                  <a:extLst>
                    <a:ext uri="{FF2B5EF4-FFF2-40B4-BE49-F238E27FC236}">
                      <a16:creationId xmlns:a16="http://schemas.microsoft.com/office/drawing/2014/main" id="{9D57A317-6B2F-2D11-94D0-61BD1B5917B3}"/>
                    </a:ext>
                  </a:extLst>
                </p:cNvPr>
                <p:cNvSpPr txBox="1"/>
                <p:nvPr/>
              </p:nvSpPr>
              <p:spPr>
                <a:xfrm>
                  <a:off x="5323614" y="2221904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3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01A9F1CE-8E7F-3B3A-5E09-2A788F1BCF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92687" y="2938573"/>
                  <a:ext cx="1263344" cy="570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44" name="TextBox 43">
                  <a:extLst>
                    <a:ext uri="{FF2B5EF4-FFF2-40B4-BE49-F238E27FC236}">
                      <a16:creationId xmlns:a16="http://schemas.microsoft.com/office/drawing/2014/main" id="{B41C134D-AA47-4312-E8A5-DDBB68DA13DC}"/>
                    </a:ext>
                  </a:extLst>
                </p:cNvPr>
                <p:cNvSpPr txBox="1"/>
                <p:nvPr/>
              </p:nvSpPr>
              <p:spPr>
                <a:xfrm>
                  <a:off x="7085400" y="2257249"/>
                  <a:ext cx="97063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4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5" name="TextBox 44">
                  <a:extLst>
                    <a:ext uri="{FF2B5EF4-FFF2-40B4-BE49-F238E27FC236}">
                      <a16:creationId xmlns:a16="http://schemas.microsoft.com/office/drawing/2014/main" id="{9780FCB2-958F-59E6-DB79-0BC5A6520497}"/>
                    </a:ext>
                  </a:extLst>
                </p:cNvPr>
                <p:cNvSpPr txBox="1"/>
                <p:nvPr/>
              </p:nvSpPr>
              <p:spPr>
                <a:xfrm>
                  <a:off x="2101731" y="3833906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5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6" name="Rounded Rectangle 45">
                  <a:extLst>
                    <a:ext uri="{FF2B5EF4-FFF2-40B4-BE49-F238E27FC236}">
                      <a16:creationId xmlns:a16="http://schemas.microsoft.com/office/drawing/2014/main" id="{5BB8D43C-2454-614F-0C48-F78F136C169F}"/>
                    </a:ext>
                  </a:extLst>
                </p:cNvPr>
                <p:cNvSpPr/>
                <p:nvPr/>
              </p:nvSpPr>
              <p:spPr>
                <a:xfrm>
                  <a:off x="2714944" y="1690688"/>
                  <a:ext cx="4389241" cy="3690204"/>
                </a:xfrm>
                <a:prstGeom prst="roundRect">
                  <a:avLst/>
                </a:prstGeom>
                <a:noFill/>
                <a:ln w="60325"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C779C22D-811E-2014-6DA2-EA2C2E0C339B}"/>
                    </a:ext>
                  </a:extLst>
                </p:cNvPr>
                <p:cNvSpPr txBox="1"/>
                <p:nvPr/>
              </p:nvSpPr>
              <p:spPr>
                <a:xfrm>
                  <a:off x="3837224" y="3849177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6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sp>
              <p:nvSpPr>
                <p:cNvPr id="48" name="TextBox 47">
                  <a:extLst>
                    <a:ext uri="{FF2B5EF4-FFF2-40B4-BE49-F238E27FC236}">
                      <a16:creationId xmlns:a16="http://schemas.microsoft.com/office/drawing/2014/main" id="{94C7AE6B-59C0-4E6E-4FC5-AC936262FE87}"/>
                    </a:ext>
                  </a:extLst>
                </p:cNvPr>
                <p:cNvSpPr txBox="1"/>
                <p:nvPr/>
              </p:nvSpPr>
              <p:spPr>
                <a:xfrm>
                  <a:off x="5005894" y="3429000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7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  <p:cxnSp>
              <p:nvCxnSpPr>
                <p:cNvPr id="49" name="Straight Arrow Connector 48">
                  <a:extLst>
                    <a:ext uri="{FF2B5EF4-FFF2-40B4-BE49-F238E27FC236}">
                      <a16:creationId xmlns:a16="http://schemas.microsoft.com/office/drawing/2014/main" id="{0A83D0FC-EB92-B863-1C07-DB5C0EE30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935894" y="4803418"/>
                  <a:ext cx="0" cy="1193294"/>
                </a:xfrm>
                <a:prstGeom prst="straightConnector1">
                  <a:avLst/>
                </a:prstGeom>
                <a:ln w="63500">
                  <a:tailEnd type="triangle" w="lg" len="med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1ED8AAA0-2EA7-F973-BF92-1C1354051C08}"/>
                    </a:ext>
                  </a:extLst>
                </p:cNvPr>
                <p:cNvSpPr txBox="1"/>
                <p:nvPr/>
              </p:nvSpPr>
              <p:spPr>
                <a:xfrm>
                  <a:off x="5108267" y="4770015"/>
                  <a:ext cx="704441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3600" b="1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R</a:t>
                  </a:r>
                  <a:r>
                    <a:rPr lang="en-US" sz="3600" b="1" baseline="-25000" dirty="0">
                      <a:latin typeface="Courier New" panose="02070309020205020404" pitchFamily="49" charset="0"/>
                      <a:cs typeface="Courier New" panose="02070309020205020404" pitchFamily="49" charset="0"/>
                    </a:rPr>
                    <a:t>8</a:t>
                  </a:r>
                  <a:endParaRPr lang="en-US" sz="28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endParaRPr>
                </a:p>
              </p:txBody>
            </p:sp>
          </p:grpSp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FE594C3D-1677-7DB8-7D69-4E8B40FF39B2}"/>
                  </a:ext>
                </a:extLst>
              </p:cNvPr>
              <p:cNvSpPr txBox="1"/>
              <p:nvPr/>
            </p:nvSpPr>
            <p:spPr>
              <a:xfrm>
                <a:off x="732003" y="1766788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1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FDC50DBF-A01F-75BF-16CC-5949F2C54AE0}"/>
                  </a:ext>
                </a:extLst>
              </p:cNvPr>
              <p:cNvSpPr txBox="1"/>
              <p:nvPr/>
            </p:nvSpPr>
            <p:spPr>
              <a:xfrm>
                <a:off x="2530732" y="1758281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2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B23D513A-F409-8346-1564-9EC9E244C133}"/>
                  </a:ext>
                </a:extLst>
              </p:cNvPr>
              <p:cNvCxnSpPr>
                <a:cxnSpLocks/>
                <a:stCxn id="61" idx="2"/>
                <a:endCxn id="39" idx="0"/>
              </p:cNvCxnSpPr>
              <p:nvPr/>
            </p:nvCxnSpPr>
            <p:spPr>
              <a:xfrm>
                <a:off x="1084224" y="2413119"/>
                <a:ext cx="0" cy="70541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622DABD4-3678-D4A5-EB5C-3A5E8EFEA9A3}"/>
                  </a:ext>
                </a:extLst>
              </p:cNvPr>
              <p:cNvCxnSpPr>
                <a:cxnSpLocks/>
                <a:stCxn id="62" idx="2"/>
                <a:endCxn id="41" idx="0"/>
              </p:cNvCxnSpPr>
              <p:nvPr/>
            </p:nvCxnSpPr>
            <p:spPr>
              <a:xfrm>
                <a:off x="2882953" y="2404612"/>
                <a:ext cx="1" cy="6785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71D20E7D-F629-89A0-9B12-BC2AFFB42B6B}"/>
                  </a:ext>
                </a:extLst>
              </p:cNvPr>
              <p:cNvSpPr txBox="1"/>
              <p:nvPr/>
            </p:nvSpPr>
            <p:spPr>
              <a:xfrm>
                <a:off x="4045114" y="1767533"/>
                <a:ext cx="70444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73" name="Straight Arrow Connector 72">
                <a:extLst>
                  <a:ext uri="{FF2B5EF4-FFF2-40B4-BE49-F238E27FC236}">
                    <a16:creationId xmlns:a16="http://schemas.microsoft.com/office/drawing/2014/main" id="{A6FE4E96-07B7-519E-32C0-306BABAC4D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29463" y="2419054"/>
                <a:ext cx="1" cy="67858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>
                <a:extLst>
                  <a:ext uri="{FF2B5EF4-FFF2-40B4-BE49-F238E27FC236}">
                    <a16:creationId xmlns:a16="http://schemas.microsoft.com/office/drawing/2014/main" id="{075605FE-D3F2-1BDA-3FFD-14882AB6486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882952" y="5448476"/>
                <a:ext cx="0" cy="101198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E8607666-D3CD-5083-4919-CECF6ABB97B3}"/>
                  </a:ext>
                </a:extLst>
              </p:cNvPr>
              <p:cNvSpPr txBox="1"/>
              <p:nvPr/>
            </p:nvSpPr>
            <p:spPr>
              <a:xfrm>
                <a:off x="2507032" y="6311037"/>
                <a:ext cx="946731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0B759EC5-2B36-27E8-E43B-1C0D5C131514}"/>
                  </a:ext>
                </a:extLst>
              </p:cNvPr>
              <p:cNvSpPr txBox="1"/>
              <p:nvPr/>
            </p:nvSpPr>
            <p:spPr>
              <a:xfrm>
                <a:off x="5912879" y="4290287"/>
                <a:ext cx="1102232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G</a:t>
                </a:r>
                <a:r>
                  <a:rPr lang="en-US" sz="3600" b="1" baseline="-25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7</a:t>
                </a:r>
                <a:endParaRPr lang="en-US" sz="2800" b="1" baseline="-25000" dirty="0">
                  <a:latin typeface="Courier New" panose="02070309020205020404" pitchFamily="49" charset="0"/>
                  <a:cs typeface="Courier New" panose="02070309020205020404" pitchFamily="49" charset="0"/>
                </a:endParaRPr>
              </a:p>
            </p:txBody>
          </p:sp>
          <p:cxnSp>
            <p:nvCxnSpPr>
              <p:cNvPr id="81" name="Straight Arrow Connector 80">
                <a:extLst>
                  <a:ext uri="{FF2B5EF4-FFF2-40B4-BE49-F238E27FC236}">
                    <a16:creationId xmlns:a16="http://schemas.microsoft.com/office/drawing/2014/main" id="{C505DA94-FED8-C4FB-0B75-773A47ECD8E2}"/>
                  </a:ext>
                </a:extLst>
              </p:cNvPr>
              <p:cNvCxnSpPr>
                <a:cxnSpLocks/>
                <a:stCxn id="80" idx="1"/>
                <a:endCxn id="48" idx="3"/>
              </p:cNvCxnSpPr>
              <p:nvPr/>
            </p:nvCxnSpPr>
            <p:spPr>
              <a:xfrm flipH="1">
                <a:off x="4431835" y="4613453"/>
                <a:ext cx="1481044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" name="Multiply 2">
                <a:extLst>
                  <a:ext uri="{FF2B5EF4-FFF2-40B4-BE49-F238E27FC236}">
                    <a16:creationId xmlns:a16="http://schemas.microsoft.com/office/drawing/2014/main" id="{F6627E75-18CB-0D1E-350E-B90C4D522C8A}"/>
                  </a:ext>
                </a:extLst>
              </p:cNvPr>
              <p:cNvSpPr/>
              <p:nvPr/>
            </p:nvSpPr>
            <p:spPr>
              <a:xfrm>
                <a:off x="2346085" y="2888032"/>
                <a:ext cx="1037340" cy="1402255"/>
              </a:xfrm>
              <a:prstGeom prst="mathMultiply">
                <a:avLst/>
              </a:prstGeom>
              <a:solidFill>
                <a:srgbClr val="C00000">
                  <a:alpha val="39770"/>
                </a:srgb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5BE07E65-C514-FB0C-BAAB-129FF31FD30D}"/>
                </a:ext>
              </a:extLst>
            </p:cNvPr>
            <p:cNvSpPr/>
            <p:nvPr/>
          </p:nvSpPr>
          <p:spPr>
            <a:xfrm>
              <a:off x="10316057" y="2123456"/>
              <a:ext cx="1102232" cy="1362074"/>
            </a:xfrm>
            <a:prstGeom prst="roundRect">
              <a:avLst/>
            </a:prstGeom>
            <a:solidFill>
              <a:schemeClr val="accent1">
                <a:alpha val="7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69DA96-7C22-A4C5-4ABF-0FCB9FE8CB76}"/>
                </a:ext>
              </a:extLst>
            </p:cNvPr>
            <p:cNvSpPr txBox="1"/>
            <p:nvPr/>
          </p:nvSpPr>
          <p:spPr>
            <a:xfrm>
              <a:off x="10273137" y="2212635"/>
              <a:ext cx="109292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cs typeface="Courier New" panose="02070309020205020404" pitchFamily="49" charset="0"/>
                </a:rPr>
                <a:t>objective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BA6049-B9A7-80F6-DAB4-63796EFC6323}"/>
              </a:ext>
            </a:extLst>
          </p:cNvPr>
          <p:cNvGrpSpPr/>
          <p:nvPr/>
        </p:nvGrpSpPr>
        <p:grpSpPr>
          <a:xfrm>
            <a:off x="183377" y="1383268"/>
            <a:ext cx="4149709" cy="4794799"/>
            <a:chOff x="6517730" y="1329656"/>
            <a:chExt cx="4149709" cy="4794799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D38D607-116B-F9DD-BDFF-EF44DBB043A6}"/>
                </a:ext>
              </a:extLst>
            </p:cNvPr>
            <p:cNvSpPr/>
            <p:nvPr/>
          </p:nvSpPr>
          <p:spPr>
            <a:xfrm>
              <a:off x="7164628" y="2778247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512BAD-AF0B-7807-EB11-A9A6ACBF4A32}"/>
                </a:ext>
              </a:extLst>
            </p:cNvPr>
            <p:cNvSpPr/>
            <p:nvPr/>
          </p:nvSpPr>
          <p:spPr>
            <a:xfrm>
              <a:off x="8370512" y="278643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F751235-B027-9400-C174-E598C3579126}"/>
                </a:ext>
              </a:extLst>
            </p:cNvPr>
            <p:cNvSpPr/>
            <p:nvPr/>
          </p:nvSpPr>
          <p:spPr>
            <a:xfrm>
              <a:off x="9576396" y="278643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1AFB6EE-959D-30FD-C4DE-DD18B421D8F7}"/>
                </a:ext>
              </a:extLst>
            </p:cNvPr>
            <p:cNvSpPr/>
            <p:nvPr/>
          </p:nvSpPr>
          <p:spPr>
            <a:xfrm>
              <a:off x="7165424" y="3671105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33403B0-D693-398C-2227-03413870668A}"/>
                </a:ext>
              </a:extLst>
            </p:cNvPr>
            <p:cNvSpPr/>
            <p:nvPr/>
          </p:nvSpPr>
          <p:spPr>
            <a:xfrm>
              <a:off x="8371308" y="3679290"/>
              <a:ext cx="1090247" cy="726693"/>
            </a:xfrm>
            <a:prstGeom prst="rect">
              <a:avLst/>
            </a:prstGeom>
            <a:noFill/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E52F2453-EC89-473B-73E8-5A7139E88C10}"/>
                </a:ext>
              </a:extLst>
            </p:cNvPr>
            <p:cNvSpPr/>
            <p:nvPr/>
          </p:nvSpPr>
          <p:spPr>
            <a:xfrm>
              <a:off x="9577192" y="3679290"/>
              <a:ext cx="1090247" cy="726693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A15F5CB-9579-15A0-6993-32FEA7B56EB2}"/>
                </a:ext>
              </a:extLst>
            </p:cNvPr>
            <p:cNvSpPr/>
            <p:nvPr/>
          </p:nvSpPr>
          <p:spPr>
            <a:xfrm>
              <a:off x="7160288" y="4560817"/>
              <a:ext cx="1090247" cy="726693"/>
            </a:xfrm>
            <a:prstGeom prst="rect">
              <a:avLst/>
            </a:prstGeom>
            <a:noFill/>
            <a:ln>
              <a:solidFill>
                <a:srgbClr val="D033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F88442-1C90-D857-5CF7-86AFAD1DBD4D}"/>
                </a:ext>
              </a:extLst>
            </p:cNvPr>
            <p:cNvSpPr/>
            <p:nvPr/>
          </p:nvSpPr>
          <p:spPr>
            <a:xfrm>
              <a:off x="8366172" y="4569002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96B73F9-37A4-2F4D-7E6E-08B303B00113}"/>
                </a:ext>
              </a:extLst>
            </p:cNvPr>
            <p:cNvSpPr/>
            <p:nvPr/>
          </p:nvSpPr>
          <p:spPr>
            <a:xfrm>
              <a:off x="9572056" y="4569002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8458936-D255-456B-F7AE-F5FF60117CA1}"/>
                </a:ext>
              </a:extLst>
            </p:cNvPr>
            <p:cNvSpPr/>
            <p:nvPr/>
          </p:nvSpPr>
          <p:spPr>
            <a:xfrm>
              <a:off x="7160288" y="5389577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3B5F209-E432-478C-B3D6-90B536389F6A}"/>
                </a:ext>
              </a:extLst>
            </p:cNvPr>
            <p:cNvSpPr/>
            <p:nvPr/>
          </p:nvSpPr>
          <p:spPr>
            <a:xfrm>
              <a:off x="8366172" y="5397762"/>
              <a:ext cx="1090247" cy="726693"/>
            </a:xfrm>
            <a:prstGeom prst="rect">
              <a:avLst/>
            </a:prstGeom>
            <a:noFill/>
            <a:ln>
              <a:solidFill>
                <a:srgbClr val="639A0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207CBA5-B717-448E-A637-3EFB1D8A283C}"/>
                </a:ext>
              </a:extLst>
            </p:cNvPr>
            <p:cNvSpPr/>
            <p:nvPr/>
          </p:nvSpPr>
          <p:spPr>
            <a:xfrm>
              <a:off x="9572056" y="5397762"/>
              <a:ext cx="1090247" cy="726693"/>
            </a:xfrm>
            <a:prstGeom prst="rect">
              <a:avLst/>
            </a:prstGeom>
            <a:noFill/>
            <a:ln>
              <a:solidFill>
                <a:srgbClr val="CD66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E46CC96-083F-1BAC-D21B-E3110DF31ECC}"/>
                </a:ext>
              </a:extLst>
            </p:cNvPr>
            <p:cNvSpPr/>
            <p:nvPr/>
          </p:nvSpPr>
          <p:spPr>
            <a:xfrm>
              <a:off x="7160288" y="1899239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4FA85D2-D0C0-BF87-128D-5C12901B2283}"/>
                </a:ext>
              </a:extLst>
            </p:cNvPr>
            <p:cNvSpPr/>
            <p:nvPr/>
          </p:nvSpPr>
          <p:spPr>
            <a:xfrm>
              <a:off x="8366172" y="1907424"/>
              <a:ext cx="1090247" cy="726693"/>
            </a:xfrm>
            <a:prstGeom prst="rect">
              <a:avLst/>
            </a:prstGeom>
            <a:noFill/>
            <a:ln>
              <a:solidFill>
                <a:srgbClr val="9DFD3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0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AFA120E2-805F-D2CA-330C-E66088F7992F}"/>
                </a:ext>
              </a:extLst>
            </p:cNvPr>
            <p:cNvSpPr/>
            <p:nvPr/>
          </p:nvSpPr>
          <p:spPr>
            <a:xfrm>
              <a:off x="9572056" y="1907424"/>
              <a:ext cx="1090247" cy="72669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0EF39B2-F586-6BF8-B458-010CFA8B964A}"/>
                </a:ext>
              </a:extLst>
            </p:cNvPr>
            <p:cNvSpPr txBox="1"/>
            <p:nvPr/>
          </p:nvSpPr>
          <p:spPr>
            <a:xfrm>
              <a:off x="6517730" y="1986103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1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8C212B1-A181-9CD7-4B88-70D8C77106D6}"/>
                </a:ext>
              </a:extLst>
            </p:cNvPr>
            <p:cNvSpPr txBox="1"/>
            <p:nvPr/>
          </p:nvSpPr>
          <p:spPr>
            <a:xfrm>
              <a:off x="6532983" y="2818428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2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8BAF945-3254-943A-53E0-C4B41605C758}"/>
                </a:ext>
              </a:extLst>
            </p:cNvPr>
            <p:cNvSpPr txBox="1"/>
            <p:nvPr/>
          </p:nvSpPr>
          <p:spPr>
            <a:xfrm>
              <a:off x="6535717" y="3719470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3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0B526A3-B9F7-9012-1211-254D78E22D8A}"/>
                </a:ext>
              </a:extLst>
            </p:cNvPr>
            <p:cNvSpPr txBox="1"/>
            <p:nvPr/>
          </p:nvSpPr>
          <p:spPr>
            <a:xfrm>
              <a:off x="6532983" y="4641179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6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B27DE2D-3EE3-FF83-1882-6FE51B3EE27C}"/>
                </a:ext>
              </a:extLst>
            </p:cNvPr>
            <p:cNvSpPr txBox="1"/>
            <p:nvPr/>
          </p:nvSpPr>
          <p:spPr>
            <a:xfrm>
              <a:off x="6550974" y="5404729"/>
              <a:ext cx="70444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6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G</a:t>
              </a:r>
              <a:r>
                <a:rPr lang="en-US" sz="3600" b="1" baseline="-25000" dirty="0">
                  <a:latin typeface="Courier New" panose="02070309020205020404" pitchFamily="49" charset="0"/>
                  <a:cs typeface="Courier New" panose="02070309020205020404" pitchFamily="49" charset="0"/>
                </a:rPr>
                <a:t>7</a:t>
              </a:r>
              <a:endParaRPr lang="en-US" sz="2800" b="1" baseline="-25000" dirty="0"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E65C9063-DD56-DF6B-1B71-B93E797604F1}"/>
                </a:ext>
              </a:extLst>
            </p:cNvPr>
            <p:cNvSpPr txBox="1"/>
            <p:nvPr/>
          </p:nvSpPr>
          <p:spPr>
            <a:xfrm>
              <a:off x="7311850" y="1329656"/>
              <a:ext cx="31988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binary  expression state matrix</a:t>
              </a:r>
            </a:p>
          </p:txBody>
        </p:sp>
      </p:grp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B2F01DBD-7640-142E-BD5E-D5C634208FD9}"/>
              </a:ext>
            </a:extLst>
          </p:cNvPr>
          <p:cNvSpPr/>
          <p:nvPr/>
        </p:nvSpPr>
        <p:spPr>
          <a:xfrm>
            <a:off x="767025" y="1752600"/>
            <a:ext cx="1211804" cy="4713784"/>
          </a:xfrm>
          <a:prstGeom prst="roundRect">
            <a:avLst/>
          </a:prstGeom>
          <a:noFill/>
          <a:ln w="381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>
            <a:extLst>
              <a:ext uri="{FF2B5EF4-FFF2-40B4-BE49-F238E27FC236}">
                <a16:creationId xmlns:a16="http://schemas.microsoft.com/office/drawing/2014/main" id="{388F11A4-B35B-A1D6-524C-E70DBAEB338A}"/>
              </a:ext>
            </a:extLst>
          </p:cNvPr>
          <p:cNvSpPr/>
          <p:nvPr/>
        </p:nvSpPr>
        <p:spPr>
          <a:xfrm>
            <a:off x="4555965" y="3646522"/>
            <a:ext cx="1752600" cy="6946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Multiply 55">
            <a:extLst>
              <a:ext uri="{FF2B5EF4-FFF2-40B4-BE49-F238E27FC236}">
                <a16:creationId xmlns:a16="http://schemas.microsoft.com/office/drawing/2014/main" id="{FFAE4248-8679-0814-4F1F-C65144563EE9}"/>
              </a:ext>
            </a:extLst>
          </p:cNvPr>
          <p:cNvSpPr/>
          <p:nvPr/>
        </p:nvSpPr>
        <p:spPr>
          <a:xfrm>
            <a:off x="5629431" y="2363974"/>
            <a:ext cx="1037340" cy="1402255"/>
          </a:xfrm>
          <a:prstGeom prst="mathMultiply">
            <a:avLst/>
          </a:prstGeom>
          <a:solidFill>
            <a:srgbClr val="C00000">
              <a:alpha val="3977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763544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28DBA-508D-D553-FDD2-7B8A1F8EF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data algorithm should you use?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4F61D61-E1BA-01AF-F5DB-6A38B37E1D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8152"/>
          <a:stretch>
            <a:fillRect/>
          </a:stretch>
        </p:blipFill>
        <p:spPr>
          <a:xfrm>
            <a:off x="194872" y="1324611"/>
            <a:ext cx="7325601" cy="4862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5C98DF-54FF-368F-FEDF-808BF2953AD4}"/>
              </a:ext>
            </a:extLst>
          </p:cNvPr>
          <p:cNvSpPr txBox="1"/>
          <p:nvPr/>
        </p:nvSpPr>
        <p:spPr>
          <a:xfrm>
            <a:off x="194872" y="6492875"/>
            <a:ext cx="782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Machado &amp; </a:t>
            </a:r>
            <a:r>
              <a:rPr lang="en-US" dirty="0" err="1">
                <a:hlinkClick r:id="rId3"/>
              </a:rPr>
              <a:t>Herrgård</a:t>
            </a:r>
            <a:r>
              <a:rPr lang="en-US" dirty="0">
                <a:hlinkClick r:id="rId3"/>
              </a:rPr>
              <a:t>. 2014, </a:t>
            </a:r>
            <a:r>
              <a:rPr lang="en-GB" i="1" dirty="0" err="1">
                <a:hlinkClick r:id="rId3"/>
              </a:rPr>
              <a:t>PLoS</a:t>
            </a:r>
            <a:r>
              <a:rPr lang="en-GB" i="1" dirty="0">
                <a:hlinkClick r:id="rId3"/>
              </a:rPr>
              <a:t> computational biology</a:t>
            </a:r>
            <a:r>
              <a:rPr lang="en-GB" dirty="0">
                <a:hlinkClick r:id="rId3"/>
              </a:rPr>
              <a:t>, </a:t>
            </a:r>
            <a:r>
              <a:rPr lang="en-GB" i="1" dirty="0">
                <a:hlinkClick r:id="rId3"/>
              </a:rPr>
              <a:t>10</a:t>
            </a:r>
            <a:r>
              <a:rPr lang="en-GB" dirty="0">
                <a:hlinkClick r:id="rId3"/>
              </a:rPr>
              <a:t>(4), e1003580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4020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AD22E-4B3B-A7DB-DB9B-CA9C57D71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EE13B-7351-EFF8-8D31-2D7ADB143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Which data algorithm should you use?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9FB99BB-80B8-96F3-423C-CBB16E6160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8210" y="1235169"/>
            <a:ext cx="7975785" cy="486265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D42E408-D0A0-11D8-4C93-75D1BBE7E45C}"/>
              </a:ext>
            </a:extLst>
          </p:cNvPr>
          <p:cNvSpPr txBox="1"/>
          <p:nvPr/>
        </p:nvSpPr>
        <p:spPr>
          <a:xfrm>
            <a:off x="194872" y="6492875"/>
            <a:ext cx="7824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linkClick r:id="rId3"/>
              </a:rPr>
              <a:t>Machado &amp; </a:t>
            </a:r>
            <a:r>
              <a:rPr lang="en-US" dirty="0" err="1">
                <a:hlinkClick r:id="rId3"/>
              </a:rPr>
              <a:t>Herrgård</a:t>
            </a:r>
            <a:r>
              <a:rPr lang="en-US" dirty="0">
                <a:hlinkClick r:id="rId3"/>
              </a:rPr>
              <a:t>. 2014, </a:t>
            </a:r>
            <a:r>
              <a:rPr lang="en-GB" i="1" dirty="0" err="1">
                <a:hlinkClick r:id="rId3"/>
              </a:rPr>
              <a:t>PLoS</a:t>
            </a:r>
            <a:r>
              <a:rPr lang="en-GB" i="1" dirty="0">
                <a:hlinkClick r:id="rId3"/>
              </a:rPr>
              <a:t> computational biology</a:t>
            </a:r>
            <a:r>
              <a:rPr lang="en-GB" dirty="0">
                <a:hlinkClick r:id="rId3"/>
              </a:rPr>
              <a:t>, </a:t>
            </a:r>
            <a:r>
              <a:rPr lang="en-GB" i="1" dirty="0">
                <a:hlinkClick r:id="rId3"/>
              </a:rPr>
              <a:t>10</a:t>
            </a:r>
            <a:r>
              <a:rPr lang="en-GB" dirty="0">
                <a:hlinkClick r:id="rId3"/>
              </a:rPr>
              <a:t>(4), e1003580</a:t>
            </a:r>
            <a:r>
              <a:rPr lang="en-GB" dirty="0"/>
              <a:t>.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E3A2A60-B07B-6392-2D48-53D135E606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004" y="1868638"/>
            <a:ext cx="7995991" cy="41170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24C21BD-95A5-B8F8-B419-7A4CAF9640A4}"/>
                  </a:ext>
                </a:extLst>
              </p14:cNvPr>
              <p14:cNvContentPartPr/>
              <p14:nvPr/>
            </p14:nvContentPartPr>
            <p14:xfrm>
              <a:off x="9628774" y="5447723"/>
              <a:ext cx="357840" cy="1512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24C21BD-95A5-B8F8-B419-7A4CAF9640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9538774" y="5267723"/>
                <a:ext cx="537480" cy="37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FEA6EBDF-B2EA-248B-4D0F-121C58B69D59}"/>
                  </a:ext>
                </a:extLst>
              </p14:cNvPr>
              <p14:cNvContentPartPr/>
              <p14:nvPr/>
            </p14:nvContentPartPr>
            <p14:xfrm>
              <a:off x="2255614" y="5605403"/>
              <a:ext cx="6394680" cy="70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FEA6EBDF-B2EA-248B-4D0F-121C58B69D59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2165619" y="5426312"/>
                <a:ext cx="6574310" cy="4287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48F6C235-9FD2-46D1-02FC-FE3422421963}"/>
                  </a:ext>
                </a:extLst>
              </p14:cNvPr>
              <p14:cNvContentPartPr/>
              <p14:nvPr/>
            </p14:nvContentPartPr>
            <p14:xfrm>
              <a:off x="3575734" y="4068563"/>
              <a:ext cx="6044400" cy="12888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48F6C235-9FD2-46D1-02FC-FE3422421963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485734" y="3889064"/>
                <a:ext cx="6224040" cy="4875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35FA6999-4357-4FC7-6A48-E20A5AC6626B}"/>
                  </a:ext>
                </a:extLst>
              </p14:cNvPr>
              <p14:cNvContentPartPr/>
              <p14:nvPr/>
            </p14:nvContentPartPr>
            <p14:xfrm>
              <a:off x="2337694" y="4333883"/>
              <a:ext cx="5047920" cy="72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35FA6999-4357-4FC7-6A48-E20A5AC6626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247694" y="4152978"/>
                <a:ext cx="5227560" cy="43344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B15C1EF-E33E-81B9-73FF-8E757A17A1F5}"/>
                  </a:ext>
                </a:extLst>
              </p14:cNvPr>
              <p14:cNvContentPartPr/>
              <p14:nvPr/>
            </p14:nvContentPartPr>
            <p14:xfrm>
              <a:off x="8878534" y="4653923"/>
              <a:ext cx="988920" cy="939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B15C1EF-E33E-81B9-73FF-8E757A17A1F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788567" y="4473923"/>
                <a:ext cx="1168495" cy="45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E4CDD83A-8374-725C-D296-1B8BE1054CEC}"/>
                  </a:ext>
                </a:extLst>
              </p14:cNvPr>
              <p14:cNvContentPartPr/>
              <p14:nvPr/>
            </p14:nvContentPartPr>
            <p14:xfrm>
              <a:off x="2287294" y="4825643"/>
              <a:ext cx="7471440" cy="1126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E4CDD83A-8374-725C-D296-1B8BE1054CE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2197294" y="4645643"/>
                <a:ext cx="7651080" cy="47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F7C207C3-CE07-357F-24BF-21D28DAE4F88}"/>
                  </a:ext>
                </a:extLst>
              </p14:cNvPr>
              <p14:cNvContentPartPr/>
              <p14:nvPr/>
            </p14:nvContentPartPr>
            <p14:xfrm>
              <a:off x="2286934" y="5158283"/>
              <a:ext cx="2362320" cy="540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F7C207C3-CE07-357F-24BF-21D28DAE4F88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2196948" y="4977075"/>
                <a:ext cx="2541933" cy="41605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21469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60779-F291-73C3-FDF3-09AFF6FB7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of data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92C649-D930-79BD-5B54-C235FB8F6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6" y="1825625"/>
            <a:ext cx="11574684" cy="4351338"/>
          </a:xfrm>
        </p:spPr>
        <p:txBody>
          <a:bodyPr>
            <a:normAutofit fontScale="92500"/>
          </a:bodyPr>
          <a:lstStyle/>
          <a:p>
            <a:r>
              <a:rPr lang="en-US" dirty="0"/>
              <a:t>GIMME and </a:t>
            </a:r>
            <a:r>
              <a:rPr lang="en-US" dirty="0" err="1"/>
              <a:t>iMAT</a:t>
            </a:r>
            <a:r>
              <a:rPr lang="en-US" dirty="0"/>
              <a:t> rely on arbitrary thresholding to determine gene inactivity</a:t>
            </a:r>
          </a:p>
          <a:p>
            <a:r>
              <a:rPr lang="en-US" dirty="0"/>
              <a:t>MADE turns reactions off if gene expression is significantly downregulated</a:t>
            </a:r>
          </a:p>
          <a:p>
            <a:r>
              <a:rPr lang="en-US" dirty="0"/>
              <a:t>EFLUX assumes a direct correlation between gene abundance and metabolic flux</a:t>
            </a:r>
          </a:p>
          <a:p>
            <a:r>
              <a:rPr lang="en-GB" dirty="0"/>
              <a:t>Low gene-expression counts may reflect technical noise, limited sequencing depth or measurement failure rather than genuinely low transcript abundance</a:t>
            </a:r>
          </a:p>
          <a:p>
            <a:r>
              <a:rPr lang="en-GB" dirty="0"/>
              <a:t>Constraining a model helps linear programming find a mathematical solution</a:t>
            </a:r>
          </a:p>
          <a:p>
            <a:r>
              <a:rPr lang="en-US" dirty="0"/>
              <a:t>Gene expression does not correlate with metabolic flux…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95520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047D31-05DE-86D1-F8D8-23946C84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14942B-C5C1-2243-F36D-334AB6DE53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267911"/>
            <a:ext cx="12192000" cy="1325563"/>
          </a:xfrm>
        </p:spPr>
        <p:txBody>
          <a:bodyPr>
            <a:normAutofit/>
          </a:bodyPr>
          <a:lstStyle/>
          <a:p>
            <a:r>
              <a:rPr lang="en-US" sz="3600" dirty="0"/>
              <a:t>Central dogma of molecular biology: gene -&gt; protein -&gt; function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197ACD-7CF0-6C34-DBD7-40FEA44AC69C}"/>
              </a:ext>
            </a:extLst>
          </p:cNvPr>
          <p:cNvGrpSpPr/>
          <p:nvPr/>
        </p:nvGrpSpPr>
        <p:grpSpPr>
          <a:xfrm>
            <a:off x="1607914" y="2550441"/>
            <a:ext cx="8976170" cy="2591367"/>
            <a:chOff x="1607915" y="2362020"/>
            <a:chExt cx="8976170" cy="259136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3C763E9-9053-3EDB-EA42-A54A26954240}"/>
                </a:ext>
              </a:extLst>
            </p:cNvPr>
            <p:cNvGrpSpPr/>
            <p:nvPr/>
          </p:nvGrpSpPr>
          <p:grpSpPr>
            <a:xfrm>
              <a:off x="1607915" y="2362020"/>
              <a:ext cx="8976170" cy="2591367"/>
              <a:chOff x="468771" y="2338870"/>
              <a:chExt cx="8976170" cy="259136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BB2004ED-8EEE-6C70-0787-8DAF567DB297}"/>
                  </a:ext>
                </a:extLst>
              </p:cNvPr>
              <p:cNvGrpSpPr/>
              <p:nvPr/>
            </p:nvGrpSpPr>
            <p:grpSpPr>
              <a:xfrm>
                <a:off x="468771" y="2734727"/>
                <a:ext cx="8976170" cy="1789041"/>
                <a:chOff x="-318308" y="2086545"/>
                <a:chExt cx="8976170" cy="178904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069BAD6B-DDC0-3F3C-F7AC-8C685BF4C21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50151" t="65542" r="30599" b="3068"/>
                <a:stretch/>
              </p:blipFill>
              <p:spPr>
                <a:xfrm>
                  <a:off x="7014257" y="2086545"/>
                  <a:ext cx="1643605" cy="1780573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30EA7024-E291-22C0-03D9-747831D033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31149" t="67716" r="50821" b="5349"/>
                <a:stretch/>
              </p:blipFill>
              <p:spPr>
                <a:xfrm>
                  <a:off x="3330612" y="2212903"/>
                  <a:ext cx="1539434" cy="1527858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F73FD233-24A6-46FF-4D27-C44C1586409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rcRect l="11877" t="65542" r="70500" b="3068"/>
                <a:stretch/>
              </p:blipFill>
              <p:spPr>
                <a:xfrm>
                  <a:off x="-318308" y="2095013"/>
                  <a:ext cx="1504709" cy="1780573"/>
                </a:xfrm>
                <a:prstGeom prst="rect">
                  <a:avLst/>
                </a:prstGeom>
              </p:spPr>
            </p:pic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8CF9706-0F7B-2F48-6B7B-DAF84F7B5779}"/>
                  </a:ext>
                </a:extLst>
              </p:cNvPr>
              <p:cNvSpPr txBox="1"/>
              <p:nvPr/>
            </p:nvSpPr>
            <p:spPr>
              <a:xfrm>
                <a:off x="712011" y="4560905"/>
                <a:ext cx="1018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genome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CD7388A-5F58-4F7E-7817-AB341608920A}"/>
                  </a:ext>
                </a:extLst>
              </p:cNvPr>
              <p:cNvSpPr txBox="1"/>
              <p:nvPr/>
            </p:nvSpPr>
            <p:spPr>
              <a:xfrm>
                <a:off x="4096166" y="4541826"/>
                <a:ext cx="1582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transcriptome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B7E9E08-045E-74B9-8E1B-EDAE0DCF649D}"/>
                  </a:ext>
                </a:extLst>
              </p:cNvPr>
              <p:cNvSpPr txBox="1"/>
              <p:nvPr/>
            </p:nvSpPr>
            <p:spPr>
              <a:xfrm>
                <a:off x="8044578" y="4560905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proteome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FFC3AC-D2E1-262A-145A-B3495FED4C86}"/>
                  </a:ext>
                </a:extLst>
              </p:cNvPr>
              <p:cNvSpPr txBox="1"/>
              <p:nvPr/>
            </p:nvSpPr>
            <p:spPr>
              <a:xfrm>
                <a:off x="885134" y="2373863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DNA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0DA5C560-822E-EADC-77F8-DB2D6A196FF5}"/>
                  </a:ext>
                </a:extLst>
              </p:cNvPr>
              <p:cNvSpPr txBox="1"/>
              <p:nvPr/>
            </p:nvSpPr>
            <p:spPr>
              <a:xfrm>
                <a:off x="4455238" y="2338870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mRNA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7F52300-18AC-E365-B1D3-FBBD0B4BD4F4}"/>
                  </a:ext>
                </a:extLst>
              </p:cNvPr>
              <p:cNvSpPr txBox="1"/>
              <p:nvPr/>
            </p:nvSpPr>
            <p:spPr>
              <a:xfrm>
                <a:off x="8138591" y="2373863"/>
                <a:ext cx="966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protein</a:t>
                </a: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AFF48EFB-2212-E225-30B3-1CDEB8A09DC7}"/>
                </a:ext>
              </a:extLst>
            </p:cNvPr>
            <p:cNvCxnSpPr/>
            <p:nvPr/>
          </p:nvCxnSpPr>
          <p:spPr>
            <a:xfrm>
              <a:off x="3252485" y="3680749"/>
              <a:ext cx="177092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B9E8E18-ADAD-4041-A971-976EB1BD367F}"/>
                </a:ext>
              </a:extLst>
            </p:cNvPr>
            <p:cNvCxnSpPr/>
            <p:nvPr/>
          </p:nvCxnSpPr>
          <p:spPr>
            <a:xfrm>
              <a:off x="7043143" y="3658560"/>
              <a:ext cx="177092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BD29F353-C533-EDB0-422F-ECDECC6803AD}"/>
                </a:ext>
              </a:extLst>
            </p:cNvPr>
            <p:cNvSpPr txBox="1"/>
            <p:nvPr/>
          </p:nvSpPr>
          <p:spPr>
            <a:xfrm>
              <a:off x="3412792" y="3287299"/>
              <a:ext cx="1384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transcription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53C2940-0096-CA0C-B66C-4DD79FC8F8C4}"/>
                </a:ext>
              </a:extLst>
            </p:cNvPr>
            <p:cNvSpPr txBox="1"/>
            <p:nvPr/>
          </p:nvSpPr>
          <p:spPr>
            <a:xfrm>
              <a:off x="7325716" y="3287299"/>
              <a:ext cx="1205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translation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304917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D3FD9-BBEC-3100-81F1-F71F69488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564B05C9-03B4-B83F-CBA1-2B515DD5B2EF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>
              <a:xfrm>
                <a:off x="251138" y="267911"/>
                <a:ext cx="11709862" cy="1325563"/>
              </a:xfrm>
            </p:spPr>
            <p:txBody>
              <a:bodyPr>
                <a:normAutofit/>
              </a:bodyPr>
              <a:lstStyle/>
              <a:p>
                <a:r>
                  <a:rPr lang="en-US" sz="4000" dirty="0"/>
                  <a:t>Gene expression  </a:t>
                </a:r>
                <a14:m>
                  <m:oMath xmlns:m="http://schemas.openxmlformats.org/officeDocument/2006/math">
                    <m:r>
                      <a:rPr lang="en-US" sz="40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4000" dirty="0"/>
                  <a:t> protein abundance</a:t>
                </a:r>
                <a:r>
                  <a:rPr lang="en-US" sz="40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40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en-US" sz="4000" dirty="0"/>
                  <a:t> metabolic flux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6493B32A-1198-9013-09DB-7E301715BDD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251138" y="267911"/>
                <a:ext cx="11709862" cy="1325563"/>
              </a:xfrm>
              <a:blipFill>
                <a:blip r:embed="rId2"/>
                <a:stretch>
                  <a:fillRect l="-1842" r="-9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BA63932C-AFD9-8ACA-1920-1CF15D455CCE}"/>
              </a:ext>
            </a:extLst>
          </p:cNvPr>
          <p:cNvGrpSpPr/>
          <p:nvPr/>
        </p:nvGrpSpPr>
        <p:grpSpPr>
          <a:xfrm>
            <a:off x="1607914" y="2550441"/>
            <a:ext cx="8976170" cy="2591367"/>
            <a:chOff x="1607915" y="2362020"/>
            <a:chExt cx="8976170" cy="2591367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7AE1877-B853-FCF6-2813-008B6F99F79C}"/>
                </a:ext>
              </a:extLst>
            </p:cNvPr>
            <p:cNvGrpSpPr/>
            <p:nvPr/>
          </p:nvGrpSpPr>
          <p:grpSpPr>
            <a:xfrm>
              <a:off x="1607915" y="2362020"/>
              <a:ext cx="8976170" cy="2591367"/>
              <a:chOff x="468771" y="2338870"/>
              <a:chExt cx="8976170" cy="2591367"/>
            </a:xfrm>
          </p:grpSpPr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6EB5BB8A-76C8-D8B8-1813-10EBC079DD7D}"/>
                  </a:ext>
                </a:extLst>
              </p:cNvPr>
              <p:cNvGrpSpPr/>
              <p:nvPr/>
            </p:nvGrpSpPr>
            <p:grpSpPr>
              <a:xfrm>
                <a:off x="468771" y="2734727"/>
                <a:ext cx="8976170" cy="1789041"/>
                <a:chOff x="-318308" y="2086545"/>
                <a:chExt cx="8976170" cy="1789041"/>
              </a:xfrm>
            </p:grpSpPr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4A102D10-C3D2-1BBD-7DEF-D70CD830148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50151" t="65542" r="30599" b="3068"/>
                <a:stretch/>
              </p:blipFill>
              <p:spPr>
                <a:xfrm>
                  <a:off x="7014257" y="2086545"/>
                  <a:ext cx="1643605" cy="1780573"/>
                </a:xfrm>
                <a:prstGeom prst="rect">
                  <a:avLst/>
                </a:prstGeom>
              </p:spPr>
            </p:pic>
            <p:pic>
              <p:nvPicPr>
                <p:cNvPr id="21" name="Picture 20">
                  <a:extLst>
                    <a:ext uri="{FF2B5EF4-FFF2-40B4-BE49-F238E27FC236}">
                      <a16:creationId xmlns:a16="http://schemas.microsoft.com/office/drawing/2014/main" id="{E6F73AAA-6693-2269-A7F7-EEF3FD5482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31149" t="67716" r="50821" b="5349"/>
                <a:stretch/>
              </p:blipFill>
              <p:spPr>
                <a:xfrm>
                  <a:off x="3330612" y="2212903"/>
                  <a:ext cx="1539434" cy="1527858"/>
                </a:xfrm>
                <a:prstGeom prst="rect">
                  <a:avLst/>
                </a:prstGeom>
              </p:spPr>
            </p:pic>
            <p:pic>
              <p:nvPicPr>
                <p:cNvPr id="22" name="Picture 21">
                  <a:extLst>
                    <a:ext uri="{FF2B5EF4-FFF2-40B4-BE49-F238E27FC236}">
                      <a16:creationId xmlns:a16="http://schemas.microsoft.com/office/drawing/2014/main" id="{99A8353A-4DC8-0B75-172B-76E758E4C3DB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/>
                <a:srcRect l="11877" t="65542" r="70500" b="3068"/>
                <a:stretch/>
              </p:blipFill>
              <p:spPr>
                <a:xfrm>
                  <a:off x="-318308" y="2095013"/>
                  <a:ext cx="1504709" cy="1780573"/>
                </a:xfrm>
                <a:prstGeom prst="rect">
                  <a:avLst/>
                </a:prstGeom>
              </p:spPr>
            </p:pic>
          </p:grp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EDDEA4D-2C44-1198-7819-1ED88D590AE8}"/>
                  </a:ext>
                </a:extLst>
              </p:cNvPr>
              <p:cNvSpPr txBox="1"/>
              <p:nvPr/>
            </p:nvSpPr>
            <p:spPr>
              <a:xfrm>
                <a:off x="712011" y="4560905"/>
                <a:ext cx="10182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genome</a:t>
                </a:r>
              </a:p>
            </p:txBody>
          </p:sp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ECFA5A0D-29C7-D260-C6D4-99F1964B2E5A}"/>
                  </a:ext>
                </a:extLst>
              </p:cNvPr>
              <p:cNvSpPr txBox="1"/>
              <p:nvPr/>
            </p:nvSpPr>
            <p:spPr>
              <a:xfrm>
                <a:off x="4096166" y="4541826"/>
                <a:ext cx="15824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transcriptome</a:t>
                </a: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BD32C9E-D89E-2D12-5482-E0DA4033D500}"/>
                  </a:ext>
                </a:extLst>
              </p:cNvPr>
              <p:cNvSpPr txBox="1"/>
              <p:nvPr/>
            </p:nvSpPr>
            <p:spPr>
              <a:xfrm>
                <a:off x="8044578" y="4560905"/>
                <a:ext cx="11592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Arial" panose="020B0604020202020204" pitchFamily="34" charset="0"/>
                    <a:cs typeface="Arial" panose="020B0604020202020204" pitchFamily="34" charset="0"/>
                  </a:rPr>
                  <a:t>proteome</a:t>
                </a:r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A98891C-81D9-8129-651B-3220C6995AF9}"/>
                  </a:ext>
                </a:extLst>
              </p:cNvPr>
              <p:cNvSpPr txBox="1"/>
              <p:nvPr/>
            </p:nvSpPr>
            <p:spPr>
              <a:xfrm>
                <a:off x="885134" y="2373863"/>
                <a:ext cx="68480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DNA</a:t>
                </a: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C844AA5-0647-7B36-B698-AF3F2A5DD6F0}"/>
                  </a:ext>
                </a:extLst>
              </p:cNvPr>
              <p:cNvSpPr txBox="1"/>
              <p:nvPr/>
            </p:nvSpPr>
            <p:spPr>
              <a:xfrm>
                <a:off x="4455238" y="2338870"/>
                <a:ext cx="88998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mRNA</a:t>
                </a:r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1C31256-B47D-5537-C1EC-4404C403A3AF}"/>
                  </a:ext>
                </a:extLst>
              </p:cNvPr>
              <p:cNvSpPr txBox="1"/>
              <p:nvPr/>
            </p:nvSpPr>
            <p:spPr>
              <a:xfrm>
                <a:off x="8138591" y="2373863"/>
                <a:ext cx="96693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protein</a:t>
                </a:r>
              </a:p>
            </p:txBody>
          </p:sp>
        </p:grp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FBBFFA4-77D2-E2CF-2186-E57FB13D80C3}"/>
                </a:ext>
              </a:extLst>
            </p:cNvPr>
            <p:cNvCxnSpPr/>
            <p:nvPr/>
          </p:nvCxnSpPr>
          <p:spPr>
            <a:xfrm>
              <a:off x="3252485" y="3680749"/>
              <a:ext cx="177092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9ECF4449-BC71-AB35-4516-084EAF153940}"/>
                </a:ext>
              </a:extLst>
            </p:cNvPr>
            <p:cNvCxnSpPr/>
            <p:nvPr/>
          </p:nvCxnSpPr>
          <p:spPr>
            <a:xfrm>
              <a:off x="7043143" y="3658560"/>
              <a:ext cx="1770927" cy="0"/>
            </a:xfrm>
            <a:prstGeom prst="straightConnector1">
              <a:avLst/>
            </a:prstGeom>
            <a:ln w="19050" cap="flat" cmpd="sng" algn="ctr">
              <a:solidFill>
                <a:schemeClr val="dk1"/>
              </a:solidFill>
              <a:prstDash val="solid"/>
              <a:round/>
              <a:headEnd type="none" w="med" len="med"/>
              <a:tailEnd type="arrow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E2592D5-82BF-DBAF-A59D-3D72193E6DD5}"/>
                </a:ext>
              </a:extLst>
            </p:cNvPr>
            <p:cNvSpPr txBox="1"/>
            <p:nvPr/>
          </p:nvSpPr>
          <p:spPr>
            <a:xfrm>
              <a:off x="3412792" y="3287299"/>
              <a:ext cx="1384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transcription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18CA99-4FB2-930C-61D0-D8634F12B731}"/>
                </a:ext>
              </a:extLst>
            </p:cNvPr>
            <p:cNvSpPr txBox="1"/>
            <p:nvPr/>
          </p:nvSpPr>
          <p:spPr>
            <a:xfrm>
              <a:off x="7325716" y="3287299"/>
              <a:ext cx="120577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i="1" dirty="0"/>
                <a:t>translation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E45A3C69-8706-C03A-370E-F2CDA3FC076B}"/>
              </a:ext>
            </a:extLst>
          </p:cNvPr>
          <p:cNvSpPr txBox="1"/>
          <p:nvPr/>
        </p:nvSpPr>
        <p:spPr>
          <a:xfrm>
            <a:off x="7561398" y="5517586"/>
            <a:ext cx="439960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translational modification of proteins: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phosphorylation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methylation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06322BF-4948-99C2-E812-CC58F2F61C34}"/>
              </a:ext>
            </a:extLst>
          </p:cNvPr>
          <p:cNvCxnSpPr/>
          <p:nvPr/>
        </p:nvCxnSpPr>
        <p:spPr>
          <a:xfrm flipV="1">
            <a:off x="8279476" y="3869170"/>
            <a:ext cx="904245" cy="166710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FE333F46-6D79-E505-389A-070226C39BE5}"/>
              </a:ext>
            </a:extLst>
          </p:cNvPr>
          <p:cNvSpPr txBox="1"/>
          <p:nvPr/>
        </p:nvSpPr>
        <p:spPr>
          <a:xfrm>
            <a:off x="3252484" y="5327163"/>
            <a:ext cx="441877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Post transcriptional modification of mRNA: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5’ capping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3’ polyadenylation -&gt; poly-A tail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RNA splicing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Alternative splicing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D83F7CA6-A90F-6F0D-5A03-F14F14820DDF}"/>
              </a:ext>
            </a:extLst>
          </p:cNvPr>
          <p:cNvCxnSpPr>
            <a:cxnSpLocks/>
          </p:cNvCxnSpPr>
          <p:nvPr/>
        </p:nvCxnSpPr>
        <p:spPr>
          <a:xfrm flipV="1">
            <a:off x="5009960" y="3895318"/>
            <a:ext cx="505262" cy="142991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46993ABF-9974-AABF-E8CB-1C8633D328C1}"/>
              </a:ext>
            </a:extLst>
          </p:cNvPr>
          <p:cNvSpPr txBox="1"/>
          <p:nvPr/>
        </p:nvSpPr>
        <p:spPr>
          <a:xfrm>
            <a:off x="593245" y="1560430"/>
            <a:ext cx="2276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Epigenetic regulation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DNA methylation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870E7920-520E-846D-15EF-A1EDD10B85CE}"/>
              </a:ext>
            </a:extLst>
          </p:cNvPr>
          <p:cNvCxnSpPr>
            <a:cxnSpLocks/>
          </p:cNvCxnSpPr>
          <p:nvPr/>
        </p:nvCxnSpPr>
        <p:spPr>
          <a:xfrm>
            <a:off x="1607914" y="2284372"/>
            <a:ext cx="631705" cy="1376014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72CB9500-E7EA-3806-578C-20553DF2231D}"/>
              </a:ext>
            </a:extLst>
          </p:cNvPr>
          <p:cNvSpPr txBox="1"/>
          <p:nvPr/>
        </p:nvSpPr>
        <p:spPr>
          <a:xfrm>
            <a:off x="9499749" y="1507587"/>
            <a:ext cx="24612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Metabolic regulation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allosteric regulation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70405EC9-7805-2979-1D63-5EDED80F4F75}"/>
              </a:ext>
            </a:extLst>
          </p:cNvPr>
          <p:cNvCxnSpPr>
            <a:cxnSpLocks/>
          </p:cNvCxnSpPr>
          <p:nvPr/>
        </p:nvCxnSpPr>
        <p:spPr>
          <a:xfrm flipH="1">
            <a:off x="10167723" y="2082093"/>
            <a:ext cx="562651" cy="1410600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3671734C-5AE9-A46B-9090-0E8122BFB3E1}"/>
              </a:ext>
            </a:extLst>
          </p:cNvPr>
          <p:cNvSpPr txBox="1"/>
          <p:nvPr/>
        </p:nvSpPr>
        <p:spPr>
          <a:xfrm>
            <a:off x="6879867" y="1489773"/>
            <a:ext cx="205723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Signaling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positive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negative</a:t>
            </a:r>
          </a:p>
          <a:p>
            <a:r>
              <a:rPr lang="en-US" dirty="0"/>
              <a:t>	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BB255F7-6275-BD81-DAEB-5C0DA96E6BBB}"/>
              </a:ext>
            </a:extLst>
          </p:cNvPr>
          <p:cNvCxnSpPr>
            <a:cxnSpLocks/>
          </p:cNvCxnSpPr>
          <p:nvPr/>
        </p:nvCxnSpPr>
        <p:spPr>
          <a:xfrm>
            <a:off x="8265860" y="1934271"/>
            <a:ext cx="1241676" cy="141413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8CF00BCB-FD5D-0AF4-0392-B2DAC0D0CBA5}"/>
              </a:ext>
            </a:extLst>
          </p:cNvPr>
          <p:cNvCxnSpPr>
            <a:cxnSpLocks/>
            <a:endCxn id="12" idx="0"/>
          </p:cNvCxnSpPr>
          <p:nvPr/>
        </p:nvCxnSpPr>
        <p:spPr>
          <a:xfrm flipH="1">
            <a:off x="7928605" y="2384189"/>
            <a:ext cx="19529" cy="1091531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EBFC569-AC38-F7A1-CA5D-B031FE83B9C7}"/>
              </a:ext>
            </a:extLst>
          </p:cNvPr>
          <p:cNvCxnSpPr>
            <a:cxnSpLocks/>
            <a:endCxn id="11" idx="0"/>
          </p:cNvCxnSpPr>
          <p:nvPr/>
        </p:nvCxnSpPr>
        <p:spPr>
          <a:xfrm flipH="1">
            <a:off x="4104968" y="1755403"/>
            <a:ext cx="2712825" cy="1720317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141107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F88F63-2180-B8BF-5509-17D56D73E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10670-60CE-9272-0AAC-A7D8BA81F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bother integrate omics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DE56F-34AA-94A3-462F-A50AC7577A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287" y="1455235"/>
            <a:ext cx="1138948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Considering there is no relationship between gene / mRNA/ protein with metabolic flux….</a:t>
            </a:r>
          </a:p>
          <a:p>
            <a:r>
              <a:rPr lang="en-US" dirty="0"/>
              <a:t>…We should think of these omics layers as ‘</a:t>
            </a:r>
            <a:r>
              <a:rPr lang="en-US" b="1" dirty="0"/>
              <a:t>soft constraints’</a:t>
            </a:r>
            <a:r>
              <a:rPr lang="en-US" dirty="0"/>
              <a:t>…</a:t>
            </a:r>
          </a:p>
          <a:p>
            <a:r>
              <a:rPr lang="en-US" b="1" dirty="0"/>
              <a:t>Set hard constraints to input / output reactions</a:t>
            </a:r>
          </a:p>
          <a:p>
            <a:pPr lvl="1"/>
            <a:r>
              <a:rPr lang="en-US" b="1" dirty="0"/>
              <a:t>Reactions that can experimentally quantified</a:t>
            </a:r>
          </a:p>
          <a:p>
            <a:r>
              <a:rPr lang="en-US" b="1" dirty="0"/>
              <a:t>All predictions need to biological validated</a:t>
            </a:r>
          </a:p>
          <a:p>
            <a:r>
              <a:rPr lang="en-GB" dirty="0"/>
              <a:t>"</a:t>
            </a:r>
            <a:r>
              <a:rPr lang="en-US" dirty="0"/>
              <a:t>All models are wrong, but some are useful</a:t>
            </a:r>
            <a:r>
              <a:rPr lang="en-GB" dirty="0"/>
              <a:t>"</a:t>
            </a:r>
            <a:r>
              <a:rPr lang="en-US" dirty="0"/>
              <a:t> (George Box., 1976)</a:t>
            </a:r>
          </a:p>
          <a:p>
            <a:r>
              <a:rPr lang="en-US" b="1" dirty="0"/>
              <a:t>Correct choice of model  AND objective function </a:t>
            </a:r>
            <a:r>
              <a:rPr lang="en-US" dirty="0"/>
              <a:t>are more important than integration algorithm </a:t>
            </a:r>
          </a:p>
          <a:p>
            <a:r>
              <a:rPr lang="en-US" b="1" dirty="0"/>
              <a:t>Questions?</a:t>
            </a:r>
          </a:p>
          <a:p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45396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3255131-b129-4010-86e1-474bfd7e8076}" enabled="0" method="" siteId="{53255131-b129-4010-86e1-474bfd7e807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63737</TotalTime>
  <Words>2621</Words>
  <Application>Microsoft Macintosh PowerPoint</Application>
  <PresentationFormat>Widescreen</PresentationFormat>
  <Paragraphs>556</Paragraphs>
  <Slides>40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6" baseType="lpstr">
      <vt:lpstr>Aptos</vt:lpstr>
      <vt:lpstr>Aptos Display</vt:lpstr>
      <vt:lpstr>Arial</vt:lpstr>
      <vt:lpstr>Cambria Math</vt:lpstr>
      <vt:lpstr>Courier New</vt:lpstr>
      <vt:lpstr>Office Theme</vt:lpstr>
      <vt:lpstr>PowerPoint Presentation</vt:lpstr>
      <vt:lpstr> CODE-M #4 Integrating omics as constraints into metabolic models</vt:lpstr>
      <vt:lpstr>Last time we talked about about</vt:lpstr>
      <vt:lpstr>PowerPoint Presentation</vt:lpstr>
      <vt:lpstr>Metabolic models are stored in SBML format</vt:lpstr>
      <vt:lpstr>Metabolic models are stored in BIGG Models</vt:lpstr>
      <vt:lpstr>PowerPoint Presentation</vt:lpstr>
      <vt:lpstr>Reaction bounds define allowable flux through a reaction</vt:lpstr>
      <vt:lpstr>GSMM’s are simulated using…</vt:lpstr>
      <vt:lpstr>What reactions to constrain?</vt:lpstr>
      <vt:lpstr>Why not constrain reactions individually?</vt:lpstr>
      <vt:lpstr>Why not constrain reactions individually?</vt:lpstr>
      <vt:lpstr>PowerPoint Presentation</vt:lpstr>
      <vt:lpstr>In this lecture:</vt:lpstr>
      <vt:lpstr>Metabolic models are undetermined and need to be constrained</vt:lpstr>
      <vt:lpstr>Omics produces data abundance on the level of the genome / proteome</vt:lpstr>
      <vt:lpstr>Gene-Protein Reaction rules to map omics to reactions</vt:lpstr>
      <vt:lpstr>GPR rules: multi-subunit proteins are complex</vt:lpstr>
      <vt:lpstr>Gene-Protein Reaction rules to map omics to reactions</vt:lpstr>
      <vt:lpstr>Åkesson-04 et al., 2004 </vt:lpstr>
      <vt:lpstr>Toy model and Toy data</vt:lpstr>
      <vt:lpstr>Åkesson-04 et al., 2004</vt:lpstr>
      <vt:lpstr>GIMME (2008): Gene Inactivity Moderated by Metabolism and Expression</vt:lpstr>
      <vt:lpstr>GIMME (2008): Gene Inactivity Moderated by Metabolism and Expression</vt:lpstr>
      <vt:lpstr>iMAT (2008): integrative Metabolic Analysis Tool</vt:lpstr>
      <vt:lpstr>iMAT (2008): integrative Metabolic Analysis Tool</vt:lpstr>
      <vt:lpstr>Mixed Integer Linear Programming VS LP</vt:lpstr>
      <vt:lpstr>E-FLUX (2009)</vt:lpstr>
      <vt:lpstr>E-FLUX (2009)</vt:lpstr>
      <vt:lpstr>PowerPoint Presentation</vt:lpstr>
      <vt:lpstr>MADE: Metabolic Adjustment by Differential Expression (2011)</vt:lpstr>
      <vt:lpstr>MADE: Metabolic Adjustment by Differential Expression (2011)</vt:lpstr>
      <vt:lpstr>MADE  (2011)</vt:lpstr>
      <vt:lpstr>MADE  (2011)</vt:lpstr>
      <vt:lpstr>Which data algorithm should you use?</vt:lpstr>
      <vt:lpstr>Which data algorithm should you use?</vt:lpstr>
      <vt:lpstr>Challenges of data integration</vt:lpstr>
      <vt:lpstr>Central dogma of molecular biology: gene -&gt; protein -&gt; function</vt:lpstr>
      <vt:lpstr>Gene expression  ≠ protein abundance ≠ metabolic flux</vt:lpstr>
      <vt:lpstr>Why bother integrate omics data?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Chapman, Stephen</dc:creator>
  <cp:lastModifiedBy>Chapman, Stephen</cp:lastModifiedBy>
  <cp:revision>25</cp:revision>
  <dcterms:created xsi:type="dcterms:W3CDTF">2025-02-14T10:30:46Z</dcterms:created>
  <dcterms:modified xsi:type="dcterms:W3CDTF">2026-10-13T20:22:19Z</dcterms:modified>
</cp:coreProperties>
</file>