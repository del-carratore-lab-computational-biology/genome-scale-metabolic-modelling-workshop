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716" r:id="rId2"/>
    <p:sldId id="7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718" r:id="rId11"/>
    <p:sldId id="720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F607E-9F4F-2B43-A8FC-718C2B7BECAF}" v="8" dt="2026-10-13T19:25:07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28"/>
  </p:normalViewPr>
  <p:slideViewPr>
    <p:cSldViewPr snapToGrid="0">
      <p:cViewPr varScale="1">
        <p:scale>
          <a:sx n="92" d="100"/>
          <a:sy n="92" d="100"/>
        </p:scale>
        <p:origin x="1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pman, Stephen" userId="31a87834-901a-4691-a691-bf491053d09a" providerId="ADAL" clId="{07072C4A-42DD-5720-86A8-E3A7D67E6347}"/>
    <pc:docChg chg="custSel addSld delSld modSld">
      <pc:chgData name="Chapman, Stephen" userId="31a87834-901a-4691-a691-bf491053d09a" providerId="ADAL" clId="{07072C4A-42DD-5720-86A8-E3A7D67E6347}" dt="2026-10-13T19:25:07.168" v="148"/>
      <pc:docMkLst>
        <pc:docMk/>
      </pc:docMkLst>
      <pc:sldChg chg="addSp modSp">
        <pc:chgData name="Chapman, Stephen" userId="31a87834-901a-4691-a691-bf491053d09a" providerId="ADAL" clId="{07072C4A-42DD-5720-86A8-E3A7D67E6347}" dt="2026-10-13T19:25:07.168" v="148"/>
        <pc:sldMkLst>
          <pc:docMk/>
          <pc:sldMk cId="3099192246" sldId="717"/>
        </pc:sldMkLst>
        <pc:picChg chg="add mod">
          <ac:chgData name="Chapman, Stephen" userId="31a87834-901a-4691-a691-bf491053d09a" providerId="ADAL" clId="{07072C4A-42DD-5720-86A8-E3A7D67E6347}" dt="2026-10-13T19:25:07.168" v="148"/>
          <ac:picMkLst>
            <pc:docMk/>
            <pc:sldMk cId="3099192246" sldId="717"/>
            <ac:picMk id="2" creationId="{B44730DC-B0F9-2DCE-705F-A6E3D6AF0B2D}"/>
          </ac:picMkLst>
        </pc:picChg>
      </pc:sldChg>
      <pc:sldChg chg="addSp delSp modSp new mod">
        <pc:chgData name="Chapman, Stephen" userId="31a87834-901a-4691-a691-bf491053d09a" providerId="ADAL" clId="{07072C4A-42DD-5720-86A8-E3A7D67E6347}" dt="2026-10-13T08:19:17.395" v="120" actId="478"/>
        <pc:sldMkLst>
          <pc:docMk/>
          <pc:sldMk cId="3528108368" sldId="718"/>
        </pc:sldMkLst>
        <pc:spChg chg="mod">
          <ac:chgData name="Chapman, Stephen" userId="31a87834-901a-4691-a691-bf491053d09a" providerId="ADAL" clId="{07072C4A-42DD-5720-86A8-E3A7D67E6347}" dt="2026-10-13T08:07:12.345" v="82" actId="20577"/>
          <ac:spMkLst>
            <pc:docMk/>
            <pc:sldMk cId="3528108368" sldId="718"/>
            <ac:spMk id="2" creationId="{B00B332E-8975-6FDB-83A5-CBA771F5C26F}"/>
          </ac:spMkLst>
        </pc:spChg>
        <pc:spChg chg="del">
          <ac:chgData name="Chapman, Stephen" userId="31a87834-901a-4691-a691-bf491053d09a" providerId="ADAL" clId="{07072C4A-42DD-5720-86A8-E3A7D67E6347}" dt="2026-10-13T08:06:40.570" v="2"/>
          <ac:spMkLst>
            <pc:docMk/>
            <pc:sldMk cId="3528108368" sldId="718"/>
            <ac:spMk id="3" creationId="{0A9CD0D6-67AC-16B7-D4F7-D7CED9E59ADB}"/>
          </ac:spMkLst>
        </pc:spChg>
        <pc:spChg chg="add del mod">
          <ac:chgData name="Chapman, Stephen" userId="31a87834-901a-4691-a691-bf491053d09a" providerId="ADAL" clId="{07072C4A-42DD-5720-86A8-E3A7D67E6347}" dt="2026-10-13T08:19:17.395" v="120" actId="478"/>
          <ac:spMkLst>
            <pc:docMk/>
            <pc:sldMk cId="3528108368" sldId="718"/>
            <ac:spMk id="15" creationId="{D90A846B-8B09-9C63-7C10-BC2860DCBC57}"/>
          </ac:spMkLst>
        </pc:spChg>
        <pc:grpChg chg="add del mod">
          <ac:chgData name="Chapman, Stephen" userId="31a87834-901a-4691-a691-bf491053d09a" providerId="ADAL" clId="{07072C4A-42DD-5720-86A8-E3A7D67E6347}" dt="2026-10-13T08:07:57.373" v="88" actId="478"/>
          <ac:grpSpMkLst>
            <pc:docMk/>
            <pc:sldMk cId="3528108368" sldId="718"/>
            <ac:grpSpMk id="6" creationId="{5E2DFCC6-BBC6-CCA5-9203-7F8559543F75}"/>
          </ac:grpSpMkLst>
        </pc:grpChg>
        <pc:grpChg chg="add del mod">
          <ac:chgData name="Chapman, Stephen" userId="31a87834-901a-4691-a691-bf491053d09a" providerId="ADAL" clId="{07072C4A-42DD-5720-86A8-E3A7D67E6347}" dt="2026-10-13T08:16:44.405" v="102" actId="478"/>
          <ac:grpSpMkLst>
            <pc:docMk/>
            <pc:sldMk cId="3528108368" sldId="718"/>
            <ac:grpSpMk id="10" creationId="{6163AAD8-D1C9-806E-E6C6-F7688883170B}"/>
          </ac:grpSpMkLst>
        </pc:grpChg>
        <pc:picChg chg="add del mod ord">
          <ac:chgData name="Chapman, Stephen" userId="31a87834-901a-4691-a691-bf491053d09a" providerId="ADAL" clId="{07072C4A-42DD-5720-86A8-E3A7D67E6347}" dt="2026-10-13T08:19:15.299" v="118" actId="478"/>
          <ac:picMkLst>
            <pc:docMk/>
            <pc:sldMk cId="3528108368" sldId="718"/>
            <ac:picMk id="5" creationId="{A0F61E44-6BBC-7873-1DC9-E2296157F6F3}"/>
          </ac:picMkLst>
        </pc:picChg>
        <pc:picChg chg="del mod topLvl modCrop">
          <ac:chgData name="Chapman, Stephen" userId="31a87834-901a-4691-a691-bf491053d09a" providerId="ADAL" clId="{07072C4A-42DD-5720-86A8-E3A7D67E6347}" dt="2026-10-13T08:15:10.755" v="98" actId="478"/>
          <ac:picMkLst>
            <pc:docMk/>
            <pc:sldMk cId="3528108368" sldId="718"/>
            <ac:picMk id="7" creationId="{CD85CF15-9784-65FE-D8C7-F8E3117FF2E2}"/>
          </ac:picMkLst>
        </pc:picChg>
        <pc:picChg chg="mod">
          <ac:chgData name="Chapman, Stephen" userId="31a87834-901a-4691-a691-bf491053d09a" providerId="ADAL" clId="{07072C4A-42DD-5720-86A8-E3A7D67E6347}" dt="2026-10-13T08:16:32.305" v="99"/>
          <ac:picMkLst>
            <pc:docMk/>
            <pc:sldMk cId="3528108368" sldId="718"/>
            <ac:picMk id="11" creationId="{513CCE12-5892-CD7C-B7FD-63EBEB80E858}"/>
          </ac:picMkLst>
        </pc:picChg>
        <pc:picChg chg="add mod">
          <ac:chgData name="Chapman, Stephen" userId="31a87834-901a-4691-a691-bf491053d09a" providerId="ADAL" clId="{07072C4A-42DD-5720-86A8-E3A7D67E6347}" dt="2026-10-13T08:19:15.834" v="119"/>
          <ac:picMkLst>
            <pc:docMk/>
            <pc:sldMk cId="3528108368" sldId="718"/>
            <ac:picMk id="16" creationId="{B7D0257D-23BF-470E-CC17-4A54F0D3BF31}"/>
          </ac:picMkLst>
        </pc:picChg>
        <pc:inkChg chg="del mod topLvl">
          <ac:chgData name="Chapman, Stephen" userId="31a87834-901a-4691-a691-bf491053d09a" providerId="ADAL" clId="{07072C4A-42DD-5720-86A8-E3A7D67E6347}" dt="2026-10-13T08:07:57.373" v="88" actId="478"/>
          <ac:inkMkLst>
            <pc:docMk/>
            <pc:sldMk cId="3528108368" sldId="718"/>
            <ac:inkMk id="8" creationId="{4D95C206-56D3-8D60-7987-CD674F45DE4D}"/>
          </ac:inkMkLst>
        </pc:inkChg>
        <pc:inkChg chg="del mod">
          <ac:chgData name="Chapman, Stephen" userId="31a87834-901a-4691-a691-bf491053d09a" providerId="ADAL" clId="{07072C4A-42DD-5720-86A8-E3A7D67E6347}" dt="2026-10-13T08:07:54.998" v="87" actId="478"/>
          <ac:inkMkLst>
            <pc:docMk/>
            <pc:sldMk cId="3528108368" sldId="718"/>
            <ac:inkMk id="9" creationId="{96EAB14F-EE99-D1C7-8A80-3384CC64CC59}"/>
          </ac:inkMkLst>
        </pc:inkChg>
        <pc:inkChg chg="mod">
          <ac:chgData name="Chapman, Stephen" userId="31a87834-901a-4691-a691-bf491053d09a" providerId="ADAL" clId="{07072C4A-42DD-5720-86A8-E3A7D67E6347}" dt="2026-10-13T08:16:32.305" v="99"/>
          <ac:inkMkLst>
            <pc:docMk/>
            <pc:sldMk cId="3528108368" sldId="718"/>
            <ac:inkMk id="12" creationId="{A0DFCE30-DD55-78FD-778B-8B27CB873AB7}"/>
          </ac:inkMkLst>
        </pc:inkChg>
        <pc:inkChg chg="mod">
          <ac:chgData name="Chapman, Stephen" userId="31a87834-901a-4691-a691-bf491053d09a" providerId="ADAL" clId="{07072C4A-42DD-5720-86A8-E3A7D67E6347}" dt="2026-10-13T08:16:32.305" v="99"/>
          <ac:inkMkLst>
            <pc:docMk/>
            <pc:sldMk cId="3528108368" sldId="718"/>
            <ac:inkMk id="13" creationId="{EAD68916-E874-1C8C-1636-6A9EB7EA0A69}"/>
          </ac:inkMkLst>
        </pc:inkChg>
      </pc:sldChg>
      <pc:sldChg chg="new del">
        <pc:chgData name="Chapman, Stephen" userId="31a87834-901a-4691-a691-bf491053d09a" providerId="ADAL" clId="{07072C4A-42DD-5720-86A8-E3A7D67E6347}" dt="2026-10-13T08:59:05.571" v="147" actId="2696"/>
        <pc:sldMkLst>
          <pc:docMk/>
          <pc:sldMk cId="1741098394" sldId="719"/>
        </pc:sldMkLst>
      </pc:sldChg>
      <pc:sldChg chg="addSp delSp modSp add mod">
        <pc:chgData name="Chapman, Stephen" userId="31a87834-901a-4691-a691-bf491053d09a" providerId="ADAL" clId="{07072C4A-42DD-5720-86A8-E3A7D67E6347}" dt="2026-10-13T08:58:51.885" v="146" actId="20577"/>
        <pc:sldMkLst>
          <pc:docMk/>
          <pc:sldMk cId="3050378344" sldId="720"/>
        </pc:sldMkLst>
        <pc:spChg chg="mod">
          <ac:chgData name="Chapman, Stephen" userId="31a87834-901a-4691-a691-bf491053d09a" providerId="ADAL" clId="{07072C4A-42DD-5720-86A8-E3A7D67E6347}" dt="2026-10-13T08:58:51.885" v="146" actId="20577"/>
          <ac:spMkLst>
            <pc:docMk/>
            <pc:sldMk cId="3050378344" sldId="720"/>
            <ac:spMk id="2" creationId="{EDA4F90E-FF05-0461-B895-84829ED29459}"/>
          </ac:spMkLst>
        </pc:spChg>
        <pc:spChg chg="add del mod">
          <ac:chgData name="Chapman, Stephen" userId="31a87834-901a-4691-a691-bf491053d09a" providerId="ADAL" clId="{07072C4A-42DD-5720-86A8-E3A7D67E6347}" dt="2026-10-13T08:19:02.343" v="114"/>
          <ac:spMkLst>
            <pc:docMk/>
            <pc:sldMk cId="3050378344" sldId="720"/>
            <ac:spMk id="7" creationId="{5837CE06-9444-E1CF-5738-85D424395366}"/>
          </ac:spMkLst>
        </pc:spChg>
        <pc:grpChg chg="mod">
          <ac:chgData name="Chapman, Stephen" userId="31a87834-901a-4691-a691-bf491053d09a" providerId="ADAL" clId="{07072C4A-42DD-5720-86A8-E3A7D67E6347}" dt="2026-10-13T08:19:26.439" v="121" actId="166"/>
          <ac:grpSpMkLst>
            <pc:docMk/>
            <pc:sldMk cId="3050378344" sldId="720"/>
            <ac:grpSpMk id="10" creationId="{998CC0FB-B58A-882A-0525-2624D914A60F}"/>
          </ac:grpSpMkLst>
        </pc:grpChg>
        <pc:picChg chg="add mod">
          <ac:chgData name="Chapman, Stephen" userId="31a87834-901a-4691-a691-bf491053d09a" providerId="ADAL" clId="{07072C4A-42DD-5720-86A8-E3A7D67E6347}" dt="2026-10-13T08:19:31.240" v="122" actId="166"/>
          <ac:picMkLst>
            <pc:docMk/>
            <pc:sldMk cId="3050378344" sldId="720"/>
            <ac:picMk id="4" creationId="{0DAC1ED9-3868-56CD-41FC-3B94FB18B033}"/>
          </ac:picMkLst>
        </pc:picChg>
        <pc:picChg chg="del">
          <ac:chgData name="Chapman, Stephen" userId="31a87834-901a-4691-a691-bf491053d09a" providerId="ADAL" clId="{07072C4A-42DD-5720-86A8-E3A7D67E6347}" dt="2026-10-13T08:18:55.561" v="112" actId="478"/>
          <ac:picMkLst>
            <pc:docMk/>
            <pc:sldMk cId="3050378344" sldId="720"/>
            <ac:picMk id="5" creationId="{3C9EAF60-1557-3F8D-347C-099268A4FD7A}"/>
          </ac:picMkLst>
        </pc:picChg>
        <pc:picChg chg="add mod ord">
          <ac:chgData name="Chapman, Stephen" userId="31a87834-901a-4691-a691-bf491053d09a" providerId="ADAL" clId="{07072C4A-42DD-5720-86A8-E3A7D67E6347}" dt="2026-10-13T08:19:07.643" v="117" actId="1076"/>
          <ac:picMkLst>
            <pc:docMk/>
            <pc:sldMk cId="3050378344" sldId="720"/>
            <ac:picMk id="9" creationId="{EEEAB785-03CC-79D3-2A4D-75337A0E943C}"/>
          </ac:picMkLst>
        </pc:picChg>
        <pc:inkChg chg="mod">
          <ac:chgData name="Chapman, Stephen" userId="31a87834-901a-4691-a691-bf491053d09a" providerId="ADAL" clId="{07072C4A-42DD-5720-86A8-E3A7D67E6347}" dt="2026-10-13T08:16:59.454" v="106" actId="1076"/>
          <ac:inkMkLst>
            <pc:docMk/>
            <pc:sldMk cId="3050378344" sldId="720"/>
            <ac:inkMk id="12" creationId="{906393CC-FE68-2B30-7542-654B4636052F}"/>
          </ac:inkMkLst>
        </pc:inkChg>
        <pc:inkChg chg="mod">
          <ac:chgData name="Chapman, Stephen" userId="31a87834-901a-4691-a691-bf491053d09a" providerId="ADAL" clId="{07072C4A-42DD-5720-86A8-E3A7D67E6347}" dt="2026-10-13T08:16:57.754" v="105" actId="1076"/>
          <ac:inkMkLst>
            <pc:docMk/>
            <pc:sldMk cId="3050378344" sldId="720"/>
            <ac:inkMk id="13" creationId="{D2505F9A-C6E8-0BFF-4161-926ED6840A2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0:39:03.25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0,'64'0,"0"0,1 0,-1 0,-3 0,0 0,9 0,1 0,6 0,1 0,4 0,5 0,-3 0,5 0,-3 0,11 0,1 0,-7 0,6 0,-7 0,6 0,-4 0,-24 0,1 0,0 0,-2 0,1 0,-1 0,1 0,0 0,-1 0,32 0,-2 0,-6 0,-3 0,-14 0,-3 0,-13 0,-4 0,40 0,-2 0,-42 0,2 0,2 0,1 0,-1 0,0 0,-1 0,-1 0,-1 0,0 0,42 0,-2 0,-2 0,-31 1,0 0,27 2,-29-1,-2-1,15 3,6-3,-1-1,-4 0,-5 0,-5 0,-6 0,0 0,-5 3,-7 0,-5 0,-2 2,0-2,0 0,-1-1,0 1,1 1,-1-1,-1 2,0-1,20 1,-13 0,20 0,-16 1,7 0,2 4,4 0,3 3,2 1,5 0,-4-1,1 1,-6-2,0 0,0 0,-2 0,5 2,-2-1,1 1,-1 0,-6 0,-4-1,15-2,-15-1,37 1,-37-7,36 5,-9-5,-3-1,2 1,-23-4,-1 0,-4 0,-2 2,1 1,4 0,8 0,1-2,0-1,-4 0,-4 0,-3 0,9 0,-17 0,36 0,-39-2,46-4,-42-3,22-1,-20 1,2 0,-1 2,-6-1,1 2,-1 1,1-2,2 1,3-1,-2 1,1-1,-1 3,-4-1,-1 1,11-6,-15 3,13-4,-6 3,5-5,-5 4,-4-2,-11 5,0 0,6 0,-5 1,-2-1,5 3,-7 0,8-2,6 1,-5 1,24-1,-20 1,12 0,-12-2,6 1,0-3,18-2,-18 2,14-2,-20 0,1 3,-4-2,-2 3,3 2,2-2,8 1,2 0,2 1,3 2,1 1,6 0,21-2,-15-1,21-1,-24 1,6-1,1 0,2 0,3 0,1 4,-4-1,-2 1,-1 0,-6 0,-1 0,0 0,0 0,6 0,3 0,0 0,2 0,-5 0,-4 0,-5 0,7 0,-16 0,10 0,-17 0,2 0,2 0,-2 0,4 0,3 0,-2 0,1 0,-1 0,-4 0,2 0,2 0,4 2,8 1,7 1,2 1,5 0,6-1,0 2,-1-2,21 0,-30 1,23-2,-28 1,4-1,0 1,-4-1,-7 1,-3-1,-7-2,-5-1,-3 0,-9 1,-5 1,-1 1,6 0,-6-3,7 1,-8-1,0 0,19 2,-10 1,20 1,-11 1,3-2,0 1,-6-2,1 0,-4 1,-1 0,-2 0,-7-3,4 3,-9-1,10 1,4 1,-7-1,7 0,-12-1,11 2,-6-2,6 2,-11-4,1 3,0-1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0:39:08.16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0 146,'97'0,"-1"0,-26 0,0 0,-1 0,21 0,0 0,-17 0,2 0,9 0,-8 0,7 0,4 0,0 0,-2 0,12 0,-2 0,1 0,5 0,-20 0,5 0,1 0,0 0,-1 0,-4 0,21 0,-4 0,-2 0,-3 0,-13 0,-2 0,-2 0,0 0,21 0,-2 0,-3 0,-17 0,-4 0,2 0,4 0,1 0,-1 0,-2 0,0 0,1 0,5 0,1 0,0 0,-3 0,0 0,0 0,-1 0,-1 0,-1 0,-6 0,-2 0,0 0,27 0,-1 0,-2 0,-4 0,-15 0,0 0,21 0,-3 0,-33 0,0 0,22 0,-1 0,-24 0,-2 0,4 0,0 0,-2 0,-2 0,42 0,0 0,-8 3,1 1,-6 0,-8 2,-15-2,-3 2,-4 1,-2-2,4 1,-1 1,-3 2,1-2,0 3,-5-1,19 4,-19-4,3 1,0-1,2-3,36 10,-35-7,5 1,0 0,0-3,-4 0,-4-1,-8 0,-5-1,-2-2,-1 0,3 0,1 1,3-1,5 0,5-3,2 3,1 1,24-1,-22 0,24-3,-28 0,7 0,0 0,0 0,-1 0,1 0,1 0,-2 0,-2 0,-9 0,-5 0,0 0,1 0,6 0,3 0,-2 0,0 0,4 0,2-3,20-2,-21-1,15 0,-19 3,6 1,0 2,-5-1,-2-1,-3-2,-4 1,-2 0,-4 0,-5-1,-4-1,-3 0,0 0,1-1,3 0,1 0,1-1,2 1,1-1,3 1,-2 0,1-3,12-4,-13 3,32-9,-31 12,36-11,-34 11,13-5,-20 7,-2-1,-4 1,2 0,1-2,4 1,4-2,1 1,0 1,1-1,-3 1,-2 0,10-3,-16 6,11-3,-19 6,4-2,12-1,-6 0,7-2,-10 2,-1-3,1 1,6-1,-3 1,4 2,-4-2,1 1,0 1,0-2,3 1,1 1,-1-2,11 1,-12 1,12 1,-12 0,21-2,-18 1,16 0,-18 3,3 0,-3 0,-1 0,-6 0,-1 0,3 0,-2 0,5 0,1 0,3 0,-1 2,0 4,-4 0,10 6,-14-6,10 5,0-1,-10-2,12 5,-14-5,2 3,4 0,-1 1,0-4,-3-1,-1 0,-1-2,9 5,-6-3,7 1,-13-2,6-1,-4 1,5-1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0:39:20.57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24,'58'0,"-1"0,0 0,-2 0,38 0,6 0,-2 0,-2 0,-1 0,-5 0,-10 0,-9 0,-13 0,-5 0,3 0,-6 0,-5 0,-4 0,-5 0,-5 0,4 0,-9 0,3 0,2 0,-6 0,11 0,-9 0,1 0,2 0,0 0,4 0,-1 0,-4-2,0-1,-1 0,3-1,3 0,-5 0,-3 2,1 1,-2 0,3 1,2 0,-1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0:39:32.65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0 208,'58'0,"0"0,-2 0,-5 0,14 0,8 0,5 0,13 0,-36 0,2 0,-2 0,0 0,3 0,1 0,2 0,1 0,7 0,3 0,5 0,3 0,7 0,2 0,0 0,1 0,7 0,4 0,-16 0,5 0,-7 0,1 0,-1 0,-11 0,3 0,-11 0,21 0,-18 0,1 0,24 0,-32 0,-3 0,8 0,-6 0,-6 0,-7 0,0 0,1 0,-1 0,0 0,-2 0,-2 0,-4 0,-1 0,11 0,-12 0,11 0,-12 0,5 0,-1 0,-2 0,-2 0,-4-3,-1 0,-5 0,6 1,-7 2,8-2,-9 0,3-1,1 0,-1 3,0-1,7-4,-8 4,7-4,-3 5,-8 0,18-4,-16 3,26-4,-20 5,17-1,-11 1,4 0,-1 0,5-2,2-1,7-1,8 1,4 2,5 0,8 1,2 0,4 0,-2 0,-25 0,0 0,37 0,-33 0,0 0,-9 0,-1 0,7 0,3 0,20 0,2 0,-14 0,-1 0,18 0,-2 0,-22 0,-3 0,2 0,0 0,-5 0,0 0,-4 0,0 0,0 0,1 0,2 0,2 0,5 0,3 0,3 0,1 0,3 0,1 0,-2 0,1 0,0 0,-2 0,-8 0,1 0,14-1,-2 0,-20-2,-2 0,18-1,-2 0,30-7,-45 5,-1 0,-2 2,0-1,47-6,-5-1,-4 0,-4 1,-1 0,-2 3,-11 2,-6-1,-5 4,3-3,9 1,-1 1,0 0,-5 3,0 1,3 0,-4 0,26 0,-29 0,23 0,-25 0,9 0,3 0,1 0,1 0,0 0,0 0,-6 0,-2 0,-7 0,-1 0,5 0,2 0,3 0,1 2,1 2,-3 2,-3 4,-5-3,21 7,-28-7,21 5,-30-6,7 1,3 0,2-3,-3-1,-1-2,3-1,2 0,6 0,-3 0,-1 0,3 0,3 0,11 0,3 0,6 0,5 0,-3-3,4-4,-7-1,-27 1,0 0,21-1,-25 3,-1 0,14 2,7-1,-18 1,1-1,25 2,-26-1,-2 0,14 3,-2 0,-6 0,-7 0,-5 0,-2 0,3 0,6 0,0 0,-4 0,-1 0,-4 3,-5 2,11 8,-19-2,10 4,-14-5,13 7,-9-4,19 9,-22-10,12 7,-14-5,1 0,1 1,1-3,4 4,4 2,1-2,1-1,-1-1,1-2,-1 1,-4-1,-1-1,-4 0,-2-2,4-2,-3-2,0-3,0 1,1-3,12 0,-12 0,7 0,-17 0,10 0,-3 0,2 0,2 0,-9 0,14 0,-13 0,8 0,3 0,-8 0,8 4,-9-3,2 3,2-4,3 0,-8 0,13-2,-14-3,9-3,-8-3,8-4,-11 6,14-7,-9 2,-2 3,8-4,-12 12,11-6,-1 7,-3-2,3 4,-5-1,4 1,0-2,-2-5,-3-3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0:39:37.45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1 233,'53'2,"0"1,4-1,1 0,4-2,1 0,11 0,2 0,13 0,4 0,-23 0,3 0,2 0,8 0,3 0,-1 0,2 0,0 0,0 0,0 0,1 0,-1 0,0 0,0 0,0 0,-3 0,-1 0,1 0,1 0,-1 0,4 0,-7 0,5 0,-2 0,-4 0,-4 0,-4 0,4 0,5 0,6 0,-1 0,-11 0,9 0,-5 0,-10 0,2 0,-4 0,-2 0,-3 0,3 0,-2 0,-4 0,-2 0,-3 0,-1 0,0 0,0 0,42 0,-12 0,-12 0,-12 0,-7-3,-3 1,4-2,8-1,3 0,3 1,-1 1,-5 2,-2 1,-5 0,7-1,-18 1,5 0,-18 0,5 0,3 0,6-2,5-2,1 1,7-3,0 2,-3 0,4-2,-1 3,9-3,12-4,0 2,8-3,0 0,10 2,-45 3,0 1,0-1,0 0,1 2,2 0,23-5,1 0,-16 5,1-1,32-2,3-1,-24 3,4 1,8 1,8-1,-3 1,-23 0,-2-1,3 1,28 1,7 0,-8 0,-26 0,-4 0,-1 1,4 0,0 1,-2 0,31-1,-3 1,-13 0,-2 0,-8 0,0 0,-4 0,0 0,-3 0,0 0,4 0,0 0,0 0,0 0,-7 0,-1 0,-5 0,-1 0,0 0,-1 0,-3 0,-1 0,48 0,-12 0,13 0,-32 0,18 0,-32 0,1 0,-3-2,-1-1,0-1,0 2,3 1,-2 1,-4 0,-5 0,-1 0,2 0,6 0,4 0,1 0,-3 0,-4 0,-6 0,8 0,-14 0,10 0,-16 0,3 2,-1 3,2 4,-3 2,0-2,0-3,-4-1,-1-2,0 1,4 1,-2-2,2-1,-7-2,11 0,-5 0,8 0,-1 0,-7 0,4 0,-9 0,0 0,21 0,-17-2,16-1,-21 0,0 1,9 1,-7 1,5 0,-2 0,-6 0,8 0,-3 0,-2 0,6 0,-9 0,10 0,-7 0,1 0,2-4,-3 3,3-3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0:39:42.19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1 364,'81'0,"-9"0,-36-3,8-7,11-6,-6 0,3 1,-19 10,1-1,-5 3,4-1,-3 0,2 0,-4 0,0-3,1-1,0-2,0 0,1 1,0 2,-2 0,2 1,0 3,9 0,-5 3,6-2,-10-1,6 0,1-2,1-1,6-1,-2-1,3-2,3 3,1-2,-3 2,-3 4,-2 0,2 1,6-2,3 1,2 0,0 0,0-1,4 0,0-2,36-4,-27 2,-17 2,1 0,18-1,11 1,2-2,-3 1,-1 3,-7 0,-4 4,-4-1,-6 1,-4 0,-5 0,4 0,7 0,8 0,1 0,2 0,-1 0,0 0,3 0,-15 0,-1 0,22 0,-17 0,0 0,21 0,18-3,-1-1,-17 2,2 0,-27-2,2 0,32 1,0 0,-34 1,-2-1,7 1,0 0,-9 2,-1 0,-1 0,0 0,-1 0,1 0,1 0,1 0,6 0,1 0,1 0,0 0,2 0,0 0,3 0,-1 0,-1 0,0 0,2 0,0 0,-6 0,0 0,11 4,-2 1,-18-3,-2 1,10 3,-2 1,22 2,-2 2,-10 0,-6-1,-8-3,-6 0,-2 0,0-4,-1 2,1-1,-1-1,10 0,6-3,16 0,2 0,2 3,8 1,-5 0,4 2,-34-1,-1 1,23 1,21 6,-33-7,5 1,-1-3,1 2,-3-1,2 2,-3 2,0-1,-2 2,-5-1,-9 0,-6 2,-3 0,1 0,3 1,-2-2,0 0,-2-1,-1 1,-1 2,21 3,-17-6,20 5,-19-8,7 2,36 1,-25-1,31 2,-35-4,8-1,1 1,-8-2,0 0,-2-1,3-3,12 0,7 0,2 0,4 0,4 0,-1 0,0 0,-5 0,-25 0,-1 0,26-2,-25-1,-1-1,20-3,4-3,-6 2,-3 1,-5-1,-2 4,0-2,-6 2,-5 0,-3 1,3 1,3-1,6-4,7 1,1-2,5 1,0-1,-2-2,23 0,-25 0,22 1,-32 0,6 1,-2-2,0 0,0 2,0-3,0 4,-6 0,-1 0,-11 2,-1-1,0 0,-2 0,5-1,-2 1,-2 1,-2-1,-3 2,2 0,0 2,19 0,-17-1,18 0,-18-2,38-3,-16-2,28-1,-28 2,3-2,-2 3,1-2,-4 3,-4 3,-5 1,-6 3,0 0,-6 0,-3 0,-1 0,-4 0,-3 0,-6 0,5 0,3 0,-3 0,21 0,-21 0,20 0,-15 0,2 3,2 0,0 2,-1 0,2 0,2 1,7-1,4 1,2-2,2 3,3-1,-5-2,-2 3,12-4,-24 1,20-1,-25-3,5 0,-1 0,1 0,1 2,4 1,-1 0,-1 0,4-3,-5 0,1 2,0 1,6 0,7 0,6-2,2 2,-5 1,-1-1,-5 0,10-3,-17 0,7 0,-18 0,5 0,0 0,0 2,0 1,-3 0,0 0,-2-3,0 0,-5 0,-6 0,7 0,-10 0,8 0,-4 0,-6 0,13 0,-5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00:03.52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29,'76'0,"-12"0,-38 0,-3 0,9 0,-6 0,4 0,-5 0,-3 0,8 0,0 0,-5 0,1 0,-1 0,0 0,3 0,0 0,-4 0,8 0,-11 0,12 0,-10 0,1 0,5 0,-4 0,0 0,6 0,-11 1,17 3,-15-2,12 1,-13-3,2 0,6 0,-6 0,8 0,-9 0,5 0,0 0,0 0,3 0,-4 0,-2 0,5 0,-2 0,-1 0,7 0,-14 0,26 0,-25 0,26 0,-30 0,11 0,5 0,-12 0,16 0,-15 0,5 0,1 0,1 0,-3 0,7-5,-11 4,7-3,-1 4,-6 0,9-5,-5 4,-1-3,7 0,-11-1,10-1,-6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00:14.08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2003 1,'-50'0,"-1"0,-43 0,50 0,-3 0,-2 0,0 2,-26 4,-10 3,32-3,0-1,-21 0,10-1,31-4,-3 0,2 0,1 0,2 0,0 0,1 0,4 0,-5 0,6 0,-3 0,2 0,3 0,-9 0,7 0,-3 0,-7 0,17 0,-20 0,9 0,1 0,-2 0,2 0,9 0,-15 0,11 0,-2 0,-7 0,13 0,-18 0,18 0,-17 0,9 0,0 0,-7 0,16 0,-13 0,4 0,6 0,-13 0,12 0,-6 0,4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0:39.53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2312 2,'-59'0,"1"0,-51 0,59 0,-5 0,-1 0,0 9,-31 15,-11 8,36-11,1-1,-24 1,11-6,36-15,-4 0,3 0,1 0,3 0,-1 0,1 0,4 0,-3 0,4 0,-2 0,2 0,3 0,-10 0,8 0,-3 0,-8 0,19 0,-23 0,11 0,1 0,-3 0,3 0,9 0,-15 0,10 0,0 0,-9 0,15 0,-20 0,20 0,-20 0,11 0,0 0,-9 0,20 0,-16 0,5 0,6 0,-14 0,14 0,-7 0,4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0:52.52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2312 2,'-59'0,"1"0,-51 0,59 0,-5 0,-1 0,0 9,-31 15,-11 8,36-11,1-1,-24 1,11-6,36-15,-4 0,3 0,1 0,3 0,-1 0,1 0,4 0,-3 0,4 0,-2 0,2 0,3 0,-10 0,8 0,-3 0,-8 0,19 0,-23 0,11 0,1 0,-3 0,3 0,9 0,-15 0,10 0,0 0,-9 0,15 0,-20 0,20 0,-20 0,11 0,0 0,-9 0,20 0,-16 0,5 0,6 0,-14 0,14 0,-7 0,4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0:56.62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2312 2,'-59'0,"1"0,-51 0,59 0,-5 0,-1 0,0 9,-31 15,-11 8,36-11,1-1,-24 1,11-6,36-15,-4 0,3 0,1 0,3 0,-1 0,1 0,4 0,-3 0,4 0,-2 0,2 0,3 0,-10 0,8 0,-3 0,-8 0,19 0,-23 0,11 0,1 0,-3 0,3 0,9 0,-15 0,10 0,0 0,-9 0,15 0,-20 0,20 0,-20 0,11 0,0 0,-9 0,20 0,-16 0,5 0,6 0,-14 0,14 0,-7 0,4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2:15.30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7724 36,'-85'0,"0"0,-7 0,1 0,15 0,-2 0,0 0,-6 0,-4 0,5 0,-5 0,0 0,2 0,-13 0,3 0,-6 0,20 0,-6 0,-2 0,4 0,9 0,-1 0,8 0,-4 0,1 0,-5 0,1 0,4 0,-2 0,5 0,-1 0,-4 0,0 0,3 0,-25 0,4 0,8 0,3 0,11 0,3 0,3 0,2 0,4 0,1 0,0 0,0 0,-4 0,0 0,3 0,1 0,3 0,0 0,-3 0,1 0,5 0,2 0,-44 0,3 0,-9 0,21 0,-17-2,34-1,-3-1,0 2,-2-1,2-1,1-1,4-1,1 2,9 2,3 2,1 0,1 0,-5 0,3 0,3 0,4 0,4 0,1 0,-6 0,11 0,-9 0,12 0,-1 0,1 0,-1 0,0 0,-3 0,0 0,0 0,1 0,1 0,1 0,-1 0,-1 0,1 0,3 0,-3 0,8 0,-10 0,-5 0,4 0,-9 0,12 0,-1 0,0 0,2 0,-1 0,0 0,1 0,-1 0,1 0,1 0,0 0,2 0,-8 0,12 0,-13 0,9 0,1 0,-6 0,4 0,-3 0,-1 0,3 0,3 0,-5 0,4 0,-3 0,-1 0,4 0,0 0,-3 0,0 0,2 0,-2 0,8 5,-8 0,-3 8,6-6,-2 3,2-6,4 2,-9-4,6 3,-4-3,1 4,1-3,-2 1,5-4,-4 0,3 0,-3 3,4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5:08.97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1 223,'54'0,"0"0,3 0,-1 0,38 0,-41 0,3 0,3 0,2 0,3 0,5 0,1 0,5 0,-1 0,11 0,2 0,-3 0,5 0,-4 0,9 0,-3 0,-21 0,1 0,0 0,1 0,-1 0,1 0,2 0,0 0,0 0,2 0,2 0,-1 0,-1 0,0 0,0 0,-2 0,-1 0,-1 0,25 0,-2 0,-4 0,0 0,-1 0,1 0,3 0,3 0,-27 0,1 0,1 0,2 0,1 0,0 0,0 0,1 0,-1 0,0-1,0-1,-1 1,-2-1,-1 0,-3 0,20 0,-4-1,-12 1,2 0,-4-1,3 0,-5-1,-7 2,-1-1,7-1,5 0,-8 0,-10 1,-5 1,5-1,-1 0,-2 1,-1 0,46-3,-4 2,-1-1,-8 0,-7 0,-12 1,-5 3,-1 0,0-2,6-1,0 0,-2 0,-4 2,-5-2,-8-1,-6 0,9 1,-15 3,11-2,-15 0,6-1,3-2,3 1,3 1,-2-3,0 2,-2 1,0-2,-4 1,-1 0,3-1,-2 2,7 0,1 0,1-1,5 0,-3 1,2 0,0 0,17-1,-17 0,15-1,-21 2,13 0,25-3,9 1,-4 2,-11 0,-24 3,-4 0,-2 0,-4 0,1 0,3 0,0 0,1 0,-2 0,-2 0,-3 0,4 0,-9 0,6 0,-10 0,3 0,5 0,0 0,13 2,-9 1,-2 1,-9 0,-7-1,-2 0,13 3,-10-4,9 3,-10-2,-1 0,11 0,-11-1,8-2,-7 0,7 0,-4 3,2 0,-3-1,-3 2,11-1,-11 0,5-1,-4 2,0-3,0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6:59.15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1679 35,'-53'0,"-1"0,-42 0,39 0,-1 0,-1 0,3 0,-10 0,7 0,-6 0,14 0,1 0,11 0,-6 0,-9 0,17 0,-12 0,13 0,-1 0,0 0,2 0,4 0,-1 0,-2 0,4 0,3 0,3 0,-2 0,0 0,-2 0,2 0,-2 0,1 0,-14-5,10 3,-16-6,6 3,9-1,-3 1,15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21:27:01.26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2533 51,'-81'0,"-6"0,18 0,-14 0,10 0,5 0,7 0,6 0,0 0,6 0,-9 0,18 0,-8 0,21 0,-6 0,-1 0,-4 0,-2 0,-5 0,-5 0,-8 0,5 0,4 0,2 0,1 0,-8 0,3 0,0 0,0 0,3 0,1 0,1 0,-6 0,17 0,-9 0,23 0,1 0,-11 0,8 0,-11 0,0 0,-16 0,6 0,-17 0,19 0,-1 0,3 0,8 0,1 0,5 0,0-2,2-7,-2-1,1 0,4-1,-7 8,3-3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3T08:16:32.30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1679 35,'-53'0,"-1"0,-42 0,39 0,-1 0,-1 0,3 0,-10 0,7 0,-6 0,14 0,1 0,11 0,-6 0,-9 0,17 0,-12 0,13 0,-1 0,0 0,2 0,4 0,-1 0,-2 0,4 0,3 0,3 0,-2 0,0 0,-2 0,2 0,-2 0,1 0,-14-5,10 3,-16-6,6 3,9-1,-3 1,15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3T08:16:32.30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2533 51,'-81'0,"-6"0,18 0,-14 0,10 0,5 0,7 0,6 0,0 0,6 0,-9 0,18 0,-8 0,21 0,-6 0,-1 0,-4 0,-2 0,-5 0,-5 0,-8 0,5 0,4 0,2 0,1 0,-8 0,3 0,0 0,0 0,3 0,1 0,1 0,-6 0,17 0,-9 0,23 0,1 0,-11 0,8 0,-11 0,0 0,-16 0,6 0,-17 0,19 0,-1 0,3 0,8 0,1 0,5 0,0-2,2-7,-2-1,1 0,4-1,-7 8,3-3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E8620-AA67-2044-8A22-5AB3BB3E720C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2058F-107C-E344-852C-4ECDFF6F9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8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to you today about an area of biology called Bioinformatics, or otherwise known as computational biology. All about how to get </a:t>
            </a:r>
            <a:r>
              <a:rPr lang="en-US" dirty="0" err="1"/>
              <a:t>ocmoiuters</a:t>
            </a:r>
            <a:r>
              <a:rPr lang="en-US" dirty="0"/>
              <a:t> to work for us enhance biological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3A3F-42D6-E778-4C41-AA4E40AF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F87E0-B10E-D45D-589B-2C1B099FC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A48A6-F476-ACF9-A9DB-9D87997C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86F39-5420-22C0-58FD-48C6629A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F1FC6-E53E-CA83-A57C-AC5850AB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730D-A6CA-261F-876E-5302A055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6119D-4DB0-3FAD-57FD-238F4C66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6D4C0-C624-6FFD-BA36-537356C8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84FC1-E7B5-8770-307A-98DDFF43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0884-C73D-67B2-4E61-FFEB0DBE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2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0D7D-E611-6C15-8C26-4DF821EE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AB503-5E31-2AC4-149B-CD6D6EA8B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F870E-C714-C678-3C63-6F062806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E3D35-25D2-D641-5C19-5FCCD497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3804-0353-B252-D98D-040C7C3B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4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75D7-CA36-CD32-2139-D9C8BE7D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AB33-2270-C3FD-36F9-6F7C93B3D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D6B42-72FA-3062-07E4-B8469E167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758B2-1E83-3AF1-4954-90FB5DF1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B8F4A-B24B-9F1B-EE6A-6534FDCC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F3753-F42C-02F7-704B-838930CA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1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AFBA-153A-984E-C978-87552209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17431-B69A-9342-CDE4-4BE8DCD5B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4AEB8-CA7E-58FF-8188-1AF1FC058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CC302-B1E9-E101-E097-903D58572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0FC2A-82CF-A9D4-B599-9B3C4C150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6BD2D-42D5-C371-559D-27973325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DB3C8-8EAE-4ED7-A983-C551755F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F5F4A-D6D2-A535-9866-2F30D156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3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5F3C-C2CA-2AC9-8C96-E552BACA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2B08F-8C98-AB42-2768-8CA206C1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3C3AF-BB9B-1C17-4662-D5729B18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43F85-A376-B81F-B3A8-A0351D89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3E796-D068-C56A-3FA9-9F8E9E3D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3A04A-0A7C-8477-E41E-14FFDF4B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CD2F5-4282-41A2-2B2E-1B77D32B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260E-D3EB-0A50-4910-0B922270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A3C3-5EB2-5E87-8B19-AC245492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7746D-FC39-6C53-2FBD-3B51CE417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203FA-065A-254D-2C18-BE6E15C6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B8625-12DD-4BF3-8052-D4BF6267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9177E-880D-447C-24CF-2AA188F9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3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C2E5-8712-F9CE-5CC8-91268FA7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AD861-1A89-7634-2737-FA376F77A77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A1A0A-3950-8DC3-53DC-813E6A897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D04DD-E2F1-A879-F947-A270ED97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4902F-388C-96B3-782F-17751CE3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187A-22AE-A9AC-92AF-CF9FC927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9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84F9-89BB-7219-63CF-16A439DD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E6188-74AD-2D79-3E1D-79457A090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B110B-7562-694F-3092-835D2B58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6E0E9-7017-85A2-486F-90C09244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3B5BE-989C-9CE5-8AA9-B96C6C4A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4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3C121-5DD2-44ED-0A90-E9462D11D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744CE-037A-919F-E31C-718861FDF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FD276-B7FF-3837-5FFF-15AC79CE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3A67D-67E4-9B3F-4DD7-1B2901582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20DD9-4077-C83E-E0CF-DF303A28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2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D6DA9E-1A67-BEF0-C5D6-ED266D61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75436-03DE-D716-F34A-5B23EE2E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3C437-0501-C476-761E-F502ED438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C61A8-F8A5-4347-81B8-1326AD7DB1D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287D-4ED8-0F94-976B-D91C9E707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8E3C1-BAD4-C8BF-D670-2A0C1B0FB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C99B9-F971-5B4E-851C-057144BB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7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chapman@liverpoo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mc.ncbi.nlm.nih.gov/articles/PMC3261703/?utm_source=chatgpt.com#sec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0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3.png"/><Relationship Id="rId7" Type="http://schemas.openxmlformats.org/officeDocument/2006/relationships/customXml" Target="../ink/ink1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7.png"/><Relationship Id="rId4" Type="http://schemas.openxmlformats.org/officeDocument/2006/relationships/customXml" Target="../ink/ink9.xml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customXml" Target="../ink/ink13.xml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24.png"/><Relationship Id="rId4" Type="http://schemas.openxmlformats.org/officeDocument/2006/relationships/customXml" Target="../ink/ink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C1E2-9380-DA3C-C8B0-840E6689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3606F2-9FD1-61F0-8E6C-71ED42198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006"/>
            <a:ext cx="12192000" cy="6851905"/>
          </a:xfrm>
        </p:spPr>
      </p:pic>
    </p:spTree>
    <p:extLst>
      <p:ext uri="{BB962C8B-B14F-4D97-AF65-F5344CB8AC3E}">
        <p14:creationId xmlns:p14="http://schemas.microsoft.com/office/powerpoint/2010/main" val="588030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BCE19A-A47F-1302-E289-90BE57133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1890" y="4918591"/>
            <a:ext cx="6548219" cy="113602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 Stephen Chapman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stephen.chapman@liverpool.ac.uk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350 Biosciences Building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0F46D61B-6B9A-8E9A-B8B5-931698F5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901" y="104226"/>
            <a:ext cx="3920076" cy="29400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59729A-879E-0788-0CC0-2311550C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 fontScale="90000"/>
          </a:bodyPr>
          <a:lstStyle/>
          <a:p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CODE-M</a:t>
            </a:r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 Flux Balance Analysis (FBA) Workshop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4730DC-B0F9-2DCE-705F-A6E3D6AF0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0" y="869404"/>
            <a:ext cx="2336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9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BCB0-1A4E-BB6C-DB8F-3F53C3384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4F44-F565-D34C-E46F-0E49B7E43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FBA on an E. Coli metabolic model using </a:t>
            </a:r>
            <a:r>
              <a:rPr lang="en-US" dirty="0" err="1"/>
              <a:t>COBRApy</a:t>
            </a:r>
            <a:endParaRPr lang="en-US" dirty="0"/>
          </a:p>
          <a:p>
            <a:r>
              <a:rPr lang="en-US" dirty="0"/>
              <a:t>Predict Biomass of E. Coli grown aerobically</a:t>
            </a:r>
          </a:p>
          <a:p>
            <a:r>
              <a:rPr lang="en-US" dirty="0"/>
              <a:t>Visualise fluxes using Escher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54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4C40-959F-FC08-EF0C-0E0F3C53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Metabolic modelling of E. Coli: </a:t>
            </a:r>
            <a:r>
              <a:rPr lang="en-GB" i="1" dirty="0"/>
              <a:t>i</a:t>
            </a:r>
            <a:r>
              <a:rPr lang="en-GB" dirty="0"/>
              <a:t>JO1366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522111-F61B-C542-9D79-CB21BD293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7008"/>
            <a:ext cx="10515600" cy="420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4754-7548-56D7-682A-43FB7A3F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iJO1366</a:t>
            </a:r>
            <a:r>
              <a:rPr lang="en-GB" i="1" dirty="0"/>
              <a:t> </a:t>
            </a:r>
            <a:r>
              <a:rPr lang="en-GB" dirty="0"/>
              <a:t>constructed from iAF1260b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15E43-5EFE-50D7-0126-37AF3732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0" r="174"/>
          <a:stretch>
            <a:fillRect/>
          </a:stretch>
        </p:blipFill>
        <p:spPr>
          <a:xfrm>
            <a:off x="421341" y="1496443"/>
            <a:ext cx="11349317" cy="499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3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60F8-56AD-5C53-AEA8-9CB881AC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constraints: oxygen and glucose for aerobic growth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72376F-9644-6825-4A5B-7DFC4D92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29" y="1632797"/>
            <a:ext cx="7772400" cy="4781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703DDF1-93F1-ABA1-6964-5C3677E7EF4C}"/>
                  </a:ext>
                </a:extLst>
              </p14:cNvPr>
              <p14:cNvContentPartPr/>
              <p14:nvPr/>
            </p14:nvContentPartPr>
            <p14:xfrm>
              <a:off x="358624" y="6192064"/>
              <a:ext cx="5290560" cy="132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703DDF1-93F1-ABA1-6964-5C3677E7EF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984" y="6012064"/>
                <a:ext cx="547020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67E18D-37A0-A638-9840-D93FCDC2A0DA}"/>
                  </a:ext>
                </a:extLst>
              </p14:cNvPr>
              <p14:cNvContentPartPr/>
              <p14:nvPr/>
            </p14:nvContentPartPr>
            <p14:xfrm>
              <a:off x="2953504" y="5540104"/>
              <a:ext cx="4766400" cy="140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67E18D-37A0-A638-9840-D93FCDC2A0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3504" y="5360104"/>
                <a:ext cx="494604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77CD48C-8B71-A717-0C12-BEB9B39EFB04}"/>
                  </a:ext>
                </a:extLst>
              </p14:cNvPr>
              <p14:cNvContentPartPr/>
              <p14:nvPr/>
            </p14:nvContentPartPr>
            <p14:xfrm>
              <a:off x="6715144" y="4994704"/>
              <a:ext cx="716760" cy="8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77CD48C-8B71-A717-0C12-BEB9B39EFB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5144" y="4814704"/>
                <a:ext cx="8964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4193FD6-C57B-9534-DA45-078CF797E3DB}"/>
                  </a:ext>
                </a:extLst>
              </p14:cNvPr>
              <p14:cNvContentPartPr/>
              <p14:nvPr/>
            </p14:nvContentPartPr>
            <p14:xfrm>
              <a:off x="324424" y="5262184"/>
              <a:ext cx="5747400" cy="139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4193FD6-C57B-9534-DA45-078CF797E3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4424" y="5082544"/>
                <a:ext cx="592704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71751E5-B5F7-F6AC-09BB-EBCEE9D6612F}"/>
                  </a:ext>
                </a:extLst>
              </p14:cNvPr>
              <p14:cNvContentPartPr/>
              <p14:nvPr/>
            </p14:nvContentPartPr>
            <p14:xfrm>
              <a:off x="3102184" y="4592944"/>
              <a:ext cx="4536360" cy="87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71751E5-B5F7-F6AC-09BB-EBCEE9D6612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12544" y="4412944"/>
                <a:ext cx="471600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67FED69-F661-8353-81A4-E7CFE9D05B29}"/>
                  </a:ext>
                </a:extLst>
              </p14:cNvPr>
              <p14:cNvContentPartPr/>
              <p14:nvPr/>
            </p14:nvContentPartPr>
            <p14:xfrm>
              <a:off x="340264" y="4946824"/>
              <a:ext cx="6178320" cy="158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67FED69-F661-8353-81A4-E7CFE9D05B2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0624" y="4767184"/>
                <a:ext cx="6357960" cy="51804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CDA4D96-1A3F-D360-028A-77C3AFE779D2}"/>
              </a:ext>
            </a:extLst>
          </p:cNvPr>
          <p:cNvSpPr txBox="1"/>
          <p:nvPr/>
        </p:nvSpPr>
        <p:spPr>
          <a:xfrm>
            <a:off x="7762214" y="5403536"/>
            <a:ext cx="417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chemeClr val="tx1"/>
                </a:solidFill>
                <a:effectLst/>
              </a:rPr>
              <a:t>Glucose uptake limit: </a:t>
            </a:r>
            <a:r>
              <a:rPr lang="en-GB" b="1" i="0" u="none" strike="noStrike" dirty="0">
                <a:solidFill>
                  <a:schemeClr val="tx1"/>
                </a:solidFill>
                <a:effectLst/>
              </a:rPr>
              <a:t>8 mmol gDW⁻¹ h⁻¹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1738FE-EA05-9D03-A60A-C7BB3D1E2B72}"/>
              </a:ext>
            </a:extLst>
          </p:cNvPr>
          <p:cNvSpPr txBox="1"/>
          <p:nvPr/>
        </p:nvSpPr>
        <p:spPr>
          <a:xfrm>
            <a:off x="7762214" y="4762158"/>
            <a:ext cx="4382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>
                <a:solidFill>
                  <a:schemeClr val="tx1"/>
                </a:solidFill>
                <a:effectLst/>
              </a:rPr>
              <a:t>Oxygen uptake limit: </a:t>
            </a:r>
            <a:r>
              <a:rPr lang="en-GB" b="1" i="0" u="none" strike="noStrike">
                <a:solidFill>
                  <a:schemeClr val="tx1"/>
                </a:solidFill>
                <a:effectLst/>
              </a:rPr>
              <a:t>18.5 mmol gDW⁻¹ h⁻¹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0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BD95-6779-A387-6024-602CC9CD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27" y="372304"/>
            <a:ext cx="10515600" cy="1325563"/>
          </a:xfrm>
        </p:spPr>
        <p:txBody>
          <a:bodyPr/>
          <a:lstStyle/>
          <a:p>
            <a:r>
              <a:rPr lang="en-US" dirty="0"/>
              <a:t>Calculation of ‘</a:t>
            </a:r>
            <a:r>
              <a:rPr lang="en-US" dirty="0" err="1"/>
              <a:t>arbituray</a:t>
            </a:r>
            <a:r>
              <a:rPr lang="en-US" dirty="0"/>
              <a:t> uptake rates’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A5A24-BB3A-197D-E754-DAD6E60C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107"/>
            <a:ext cx="10515600" cy="4351338"/>
          </a:xfrm>
        </p:spPr>
        <p:txBody>
          <a:bodyPr/>
          <a:lstStyle/>
          <a:p>
            <a:r>
              <a:rPr lang="en-US" dirty="0">
                <a:hlinkClick r:id="" action="ppaction://noaction"/>
              </a:rPr>
              <a:t>Fischer et al., (2004)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850ED-317D-BC03-C00C-FC20DDF85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57" y="1835313"/>
            <a:ext cx="6656294" cy="2618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31872B-ED81-BB95-2B20-185405D4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86" y="3677633"/>
            <a:ext cx="9072283" cy="31803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B6A0C0-F633-6B9E-BC13-D5AB20DDEF27}"/>
                  </a:ext>
                </a:extLst>
              </p14:cNvPr>
              <p14:cNvContentPartPr/>
              <p14:nvPr/>
            </p14:nvContentPartPr>
            <p14:xfrm>
              <a:off x="6866344" y="5532776"/>
              <a:ext cx="737280" cy="14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B6A0C0-F633-6B9E-BC13-D5AB20DDEF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76344" y="5352776"/>
                <a:ext cx="9169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C42C410-E449-3A49-E2C4-119C806A7540}"/>
                  </a:ext>
                </a:extLst>
              </p14:cNvPr>
              <p14:cNvContentPartPr/>
              <p14:nvPr/>
            </p14:nvContentPartPr>
            <p14:xfrm>
              <a:off x="5415544" y="6471656"/>
              <a:ext cx="721440" cy="14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C42C410-E449-3A49-E2C4-119C806A75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25544" y="6292016"/>
                <a:ext cx="901080" cy="3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220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B01D-0FE4-986A-EE65-30D9BECF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Predicted growth rate matches experimentally calculated growth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BB7301-9026-991A-C0AC-456228C28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858" y="1615539"/>
            <a:ext cx="7277100" cy="12065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60FEDA7-2495-F427-7668-22775DF6752E}"/>
              </a:ext>
            </a:extLst>
          </p:cNvPr>
          <p:cNvGrpSpPr/>
          <p:nvPr/>
        </p:nvGrpSpPr>
        <p:grpSpPr>
          <a:xfrm>
            <a:off x="1403741" y="2941102"/>
            <a:ext cx="9072283" cy="3180367"/>
            <a:chOff x="1559858" y="2746889"/>
            <a:chExt cx="9072283" cy="318036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67498C-BAD9-7F54-65A4-65B0A73B0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9858" y="2746889"/>
              <a:ext cx="9072283" cy="318036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6AE6BD-80BB-EF71-9713-24E715A9BC58}"/>
                    </a:ext>
                  </a:extLst>
                </p14:cNvPr>
                <p14:cNvContentPartPr/>
                <p14:nvPr/>
              </p14:nvContentPartPr>
              <p14:xfrm>
                <a:off x="4116030" y="5422633"/>
                <a:ext cx="832488" cy="52756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6AE6BD-80BB-EF71-9713-24E715A9BC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26012" y="5238171"/>
                  <a:ext cx="1012164" cy="421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9B7E0D-1786-AF40-673D-F15C01A3FB53}"/>
                    </a:ext>
                  </a:extLst>
                </p14:cNvPr>
                <p14:cNvContentPartPr/>
                <p14:nvPr/>
              </p14:nvContentPartPr>
              <p14:xfrm>
                <a:off x="4116030" y="4970766"/>
                <a:ext cx="832488" cy="52756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9B7E0D-1786-AF40-673D-F15C01A3FB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26012" y="4786304"/>
                  <a:ext cx="1012164" cy="421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8B844E-938A-81A2-1FEE-1F4CF0E6CE99}"/>
                    </a:ext>
                  </a:extLst>
                </p14:cNvPr>
                <p14:cNvContentPartPr/>
                <p14:nvPr/>
              </p14:nvContentPartPr>
              <p14:xfrm>
                <a:off x="4183266" y="4492521"/>
                <a:ext cx="832488" cy="52756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8B844E-938A-81A2-1FEE-1F4CF0E6CE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93248" y="4308059"/>
                  <a:ext cx="1012164" cy="42131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C9752E-1EDC-3CC7-2B01-8433CC40134B}"/>
                  </a:ext>
                </a:extLst>
              </p14:cNvPr>
              <p14:cNvContentPartPr/>
              <p14:nvPr/>
            </p14:nvContentPartPr>
            <p14:xfrm>
              <a:off x="1688409" y="2629668"/>
              <a:ext cx="2781000" cy="28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C9752E-1EDC-3CC7-2B01-8433CC40134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98409" y="2450028"/>
                <a:ext cx="2960640" cy="3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5453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23CE-E390-04B6-AAA4-D8484954F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5588"/>
            <a:ext cx="10515600" cy="1325563"/>
          </a:xfrm>
        </p:spPr>
        <p:txBody>
          <a:bodyPr/>
          <a:lstStyle/>
          <a:p>
            <a:r>
              <a:rPr lang="en-US" dirty="0"/>
              <a:t>Aerobic growth predicted CO</a:t>
            </a:r>
            <a:r>
              <a:rPr lang="en-US" baseline="-25000" dirty="0"/>
              <a:t>2</a:t>
            </a:r>
            <a:r>
              <a:rPr lang="en-US" dirty="0"/>
              <a:t> export that </a:t>
            </a:r>
            <a:r>
              <a:rPr lang="en-US" i="1" dirty="0"/>
              <a:t>almost</a:t>
            </a:r>
            <a:r>
              <a:rPr lang="en-US" dirty="0"/>
              <a:t> matches experimental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7CF84-2E46-6621-6BBE-5F15479D7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816"/>
            <a:ext cx="4346271" cy="35096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E9209A-A9E2-3F5A-D11F-7286370DE00D}"/>
                  </a:ext>
                </a:extLst>
              </p14:cNvPr>
              <p14:cNvContentPartPr/>
              <p14:nvPr/>
            </p14:nvContentPartPr>
            <p14:xfrm>
              <a:off x="584813" y="3637185"/>
              <a:ext cx="3587760" cy="80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E9209A-A9E2-3F5A-D11F-7286370DE0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173" y="3457545"/>
                <a:ext cx="376740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49D062A-233D-5B4C-9E47-CBD1E149512F}"/>
              </a:ext>
            </a:extLst>
          </p:cNvPr>
          <p:cNvGrpSpPr/>
          <p:nvPr/>
        </p:nvGrpSpPr>
        <p:grpSpPr>
          <a:xfrm>
            <a:off x="4274514" y="2653836"/>
            <a:ext cx="7489829" cy="2625624"/>
            <a:chOff x="4496613" y="2404653"/>
            <a:chExt cx="7489829" cy="26256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8C0DD40-96AF-F64D-7997-79899B302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6613" y="2404653"/>
              <a:ext cx="7489829" cy="262562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CAD32C-762A-086D-087F-D499373CD490}"/>
                    </a:ext>
                  </a:extLst>
                </p14:cNvPr>
                <p14:cNvContentPartPr/>
                <p14:nvPr/>
              </p14:nvContentPartPr>
              <p14:xfrm>
                <a:off x="9838504" y="3966649"/>
                <a:ext cx="604800" cy="1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CAD32C-762A-086D-087F-D499373CD4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48504" y="3786649"/>
                  <a:ext cx="7844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573948-C726-0138-94EC-822D5435CF64}"/>
                    </a:ext>
                  </a:extLst>
                </p14:cNvPr>
                <p14:cNvContentPartPr/>
                <p14:nvPr/>
              </p14:nvContentPartPr>
              <p14:xfrm>
                <a:off x="9791704" y="3588649"/>
                <a:ext cx="912240" cy="18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573948-C726-0138-94EC-822D5435CF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01704" y="3408649"/>
                  <a:ext cx="1091880" cy="37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693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332E-8975-6FDB-83A5-CBA771F5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693236" cy="1325563"/>
          </a:xfrm>
        </p:spPr>
        <p:txBody>
          <a:bodyPr/>
          <a:lstStyle/>
          <a:p>
            <a:r>
              <a:rPr lang="en-US" dirty="0"/>
              <a:t>Growth increases whilst increasing glucose uptake</a:t>
            </a:r>
          </a:p>
        </p:txBody>
      </p:sp>
      <p:pic>
        <p:nvPicPr>
          <p:cNvPr id="16" name="Content Placeholder 8">
            <a:extLst>
              <a:ext uri="{FF2B5EF4-FFF2-40B4-BE49-F238E27FC236}">
                <a16:creationId xmlns:a16="http://schemas.microsoft.com/office/drawing/2014/main" id="{B7D0257D-23BF-470E-CC17-4A54F0D3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573"/>
            <a:ext cx="6596227" cy="518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08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DF7FB-F1B4-76C6-7375-9FC15636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F90E-FF05-0461-B895-84829ED2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693236" cy="1325563"/>
          </a:xfrm>
        </p:spPr>
        <p:txBody>
          <a:bodyPr/>
          <a:lstStyle/>
          <a:p>
            <a:r>
              <a:rPr lang="en-US" dirty="0"/>
              <a:t>Increasing glucose uptake increases growth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EEAB785-03CC-79D3-2A4D-75337A0E9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9573"/>
            <a:ext cx="6596227" cy="51884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98CC0FB-B58A-882A-0525-2624D914A60F}"/>
              </a:ext>
            </a:extLst>
          </p:cNvPr>
          <p:cNvGrpSpPr/>
          <p:nvPr/>
        </p:nvGrpSpPr>
        <p:grpSpPr>
          <a:xfrm>
            <a:off x="4702171" y="1825726"/>
            <a:ext cx="7489829" cy="2625624"/>
            <a:chOff x="4496613" y="2404653"/>
            <a:chExt cx="7489829" cy="26256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1EDEA32-4C20-D68F-16C3-16CF1F839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6613" y="2404653"/>
              <a:ext cx="7489829" cy="262562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6393CC-FE68-2B30-7542-654B4636052F}"/>
                    </a:ext>
                  </a:extLst>
                </p14:cNvPr>
                <p14:cNvContentPartPr/>
                <p14:nvPr/>
              </p14:nvContentPartPr>
              <p14:xfrm>
                <a:off x="6584681" y="3878679"/>
                <a:ext cx="604800" cy="12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6393CC-FE68-2B30-7542-654B463605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94681" y="3698679"/>
                  <a:ext cx="7844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505F9A-C6E8-0BFF-4161-926ED6840A22}"/>
                    </a:ext>
                  </a:extLst>
                </p14:cNvPr>
                <p14:cNvContentPartPr/>
                <p14:nvPr/>
              </p14:nvContentPartPr>
              <p14:xfrm>
                <a:off x="7533413" y="3878679"/>
                <a:ext cx="912240" cy="18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505F9A-C6E8-0BFF-4161-926ED6840A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43413" y="3702141"/>
                  <a:ext cx="1091880" cy="37108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DAC1ED9-3868-56CD-41FC-3B94FB18B0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3936" y="4632325"/>
            <a:ext cx="61341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78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6910-A799-054D-F454-4BBD341C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activity: Modelling </a:t>
            </a:r>
            <a:r>
              <a:rPr lang="en-US" i="1" dirty="0"/>
              <a:t>S. cerevisiae </a:t>
            </a:r>
            <a:r>
              <a:rPr lang="en-US" dirty="0"/>
              <a:t>metabolism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D247-EB58-5EEA-2CD6-0D02C537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Load the iMM904.xml model provided. </a:t>
            </a:r>
          </a:p>
          <a:p>
            <a:r>
              <a:rPr lang="en-GB" dirty="0"/>
              <a:t>How many genes, reactions and metabolites does this model contain?</a:t>
            </a:r>
          </a:p>
          <a:p>
            <a:r>
              <a:rPr lang="en-GB" dirty="0"/>
              <a:t>Print the exchange reactions and the growth medium</a:t>
            </a:r>
          </a:p>
          <a:p>
            <a:r>
              <a:rPr lang="en-GB" dirty="0"/>
              <a:t>Using FBA, simulate the maximum aerobic growth rate</a:t>
            </a:r>
          </a:p>
          <a:p>
            <a:r>
              <a:rPr lang="en-GB" dirty="0"/>
              <a:t>Plot fluxes using Escher</a:t>
            </a:r>
          </a:p>
          <a:p>
            <a:r>
              <a:rPr lang="en-GB" dirty="0"/>
              <a:t>Perform a robustness analyses to investigate how oxygen  uptake effects the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7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234</Words>
  <Application>Microsoft Macintosh PowerPoint</Application>
  <PresentationFormat>Widescreen</PresentationFormat>
  <Paragraphs>28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 CODE-M  Flux Balance Analysis (FBA) Workshop</vt:lpstr>
      <vt:lpstr>Aims:</vt:lpstr>
      <vt:lpstr>Metabolic modelling of E. Coli: iJO1366</vt:lpstr>
      <vt:lpstr>iJO1366 constructed from iAF1260b</vt:lpstr>
      <vt:lpstr>Model constraints: oxygen and glucose for aerobic growth</vt:lpstr>
      <vt:lpstr>Calculation of ‘arbituray uptake rates’</vt:lpstr>
      <vt:lpstr>Predicted growth rate matches experimentally calculated growth rate</vt:lpstr>
      <vt:lpstr>Aerobic growth predicted CO2 export that almost matches experimental data</vt:lpstr>
      <vt:lpstr>Growth increases whilst increasing glucose uptake</vt:lpstr>
      <vt:lpstr>Increasing glucose uptake increases growth</vt:lpstr>
      <vt:lpstr>Extension activity: Modelling S. cerevisiae metabolism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Chapman, Stephen</dc:creator>
  <cp:lastModifiedBy>Chapman, Stephen</cp:lastModifiedBy>
  <cp:revision>1</cp:revision>
  <dcterms:created xsi:type="dcterms:W3CDTF">2026-10-12T20:15:59Z</dcterms:created>
  <dcterms:modified xsi:type="dcterms:W3CDTF">2026-10-13T19:25:17Z</dcterms:modified>
</cp:coreProperties>
</file>